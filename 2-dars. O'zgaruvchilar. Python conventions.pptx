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73" r:id="rId6"/>
    <p:sldId id="272" r:id="rId7"/>
    <p:sldId id="263" r:id="rId8"/>
    <p:sldId id="271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8EA"/>
    <a:srgbClr val="080300"/>
    <a:srgbClr val="FFFFFF"/>
    <a:srgbClr val="343746"/>
    <a:srgbClr val="60677A"/>
    <a:srgbClr val="6E7484"/>
    <a:srgbClr val="6C7185"/>
    <a:srgbClr val="16171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43760-71E3-4ABE-9A8C-BADF7F0CD23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CA0AF-AF63-4C14-8916-3373435B14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81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42D165-5560-4CA7-800C-FD0C626D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568DF2-BA30-4D88-BB3A-E75CA1106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12D759-B2C9-4189-B5A1-AA64DB65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1DF841-4EF4-44B9-A623-7ACB6C1D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3AF420-2E86-4A8A-8B90-5D3389D8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53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3C1DB-FB25-43B3-A7B0-D99CBAEF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41F8EF-EE4A-4CD2-8A65-2CD06A7BB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CDC70C-B311-462F-873F-DF0E9513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88556D-4C32-4B8F-9310-5EF80B1C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E7C8A-3B24-4476-A772-78D16BE5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1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46610-93D4-4F2D-A5EB-E2BB5B64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E374F-58FD-44A9-BF2F-605A27E0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3C0A7-65A7-46B2-A801-63FADA12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B1DBE1-3433-47A7-A951-A5C8F166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25CCA-B229-4B82-BB4A-491AEABE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99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CDCF9-606B-48D9-86CC-3E9E833B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EAF248-F04F-47FC-9D67-43304C6CD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05B7F0-4E13-44F8-965F-C0ED5D715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E758F-F673-4B02-B584-F44C242D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DE1FC2-49D6-46FA-8AFC-91F0A3FB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685A67-FD1F-4D93-92C2-D9391C34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4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3501D-B01D-4821-BF2D-3CA9FDEA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893186-B666-4114-B99C-A0278DBFE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501C4B-E5E5-4E7B-A6D4-BB91238F8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38F8FF-796A-4F4C-AF95-8113A9BAD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8DD978-8B13-4EBB-9512-0A6BCFEEC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60ECC9-838A-42DF-B016-8E0BFE5B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94708-A93E-4044-8D27-626D8C9E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F281F3-2353-49B2-A476-B427065A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90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A2384-99E3-424A-9B05-647C6119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DAFC44-48C7-4587-B7FF-DF46CB60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33C599-4F89-44D8-B11F-C5F96884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26E183-A236-406C-B07A-925A6AB4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24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F06DD2-14B6-4182-B026-5F348B51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7CEABDF-F769-4699-B7DA-013610674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DC202-A09B-4A96-9C1A-A3D90E32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49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935A5-3B23-454E-A310-375B5E7F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5BC7F-999C-40F5-9EE6-B94F28A67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734DCB-A6FA-4B61-9145-356EA0376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618864-9EDF-4D45-AFB2-A9CA5C8F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899F3A-7012-4CC9-B1A1-25BF1DAD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87E8E4-93F2-4831-B8CC-257A53D2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20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BC7D6-7C26-43D9-B7FE-97077D4E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702537-A3E0-4979-AEFF-903D0402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8663F6-77DB-43FD-BCB6-CF0F2EF84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4D33D-FC1B-47F7-8986-0426942E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1B3E6F-0558-4C07-AC51-0C0D1909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F85F91-8AAF-4DD5-8910-5F711BFA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99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28A8D-9B46-4F79-AA30-8E6C5BDC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C154D5-E63E-4940-820A-7AC432E00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3716C0-8C40-401D-A129-5D5E4C01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8B5257-341C-4993-B261-B2403941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B4DE30-EC52-44D2-8915-4C3B3DB3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0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D17E90-C35F-4EEA-8DE3-FF2BF7CD3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80D1F8-91C6-4814-847D-39A7BBBC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7B3E2-B71B-4C88-9BB4-5B66995D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2E1C4-D251-4FE3-8F25-0E2458ED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29A77C-2E8D-4F8D-8D8A-CF52F1CE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65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A68D2-B7E1-4459-B8E3-2F72A591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99B3F3-6B39-4D53-B931-40D16BDB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33C3A-B30C-45EE-9AED-3FB78DC84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91D78-5AD4-4806-B8B8-4E9E4BAEA8FB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EE589E-049B-412E-866F-F994093F2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C19F9-D3CD-43AB-9F8A-C2E11E7E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6A411-29F7-4795-BC9B-B691BB443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54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F66871-81EB-446D-A4EA-4B6CAF42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8902" y="3971689"/>
            <a:ext cx="9144000" cy="1655762"/>
          </a:xfrm>
        </p:spPr>
        <p:txBody>
          <a:bodyPr/>
          <a:lstStyle/>
          <a:p>
            <a:r>
              <a:rPr lang="ru-RU" sz="3600" b="1" dirty="0">
                <a:latin typeface="Corbel" panose="020B0503020204020204" pitchFamily="34" charset="0"/>
                <a:ea typeface="Verdana" panose="020B0604030504040204" pitchFamily="34" charset="0"/>
              </a:rPr>
              <a:t>2</a:t>
            </a:r>
            <a:r>
              <a:rPr lang="en-US" sz="3600" b="1" noProof="1">
                <a:latin typeface="Corbel" panose="020B0503020204020204" pitchFamily="34" charset="0"/>
                <a:ea typeface="Verdana" panose="020B0604030504040204" pitchFamily="34" charset="0"/>
              </a:rPr>
              <a:t>-dars</a:t>
            </a:r>
          </a:p>
          <a:p>
            <a:r>
              <a:rPr lang="en-US" sz="2800" b="1" noProof="1">
                <a:latin typeface="Corbel" panose="020B0503020204020204" pitchFamily="34" charset="0"/>
                <a:ea typeface="Verdana" panose="020B0604030504040204" pitchFamily="34" charset="0"/>
              </a:rPr>
              <a:t>O’zgaruvchilar.</a:t>
            </a:r>
          </a:p>
          <a:p>
            <a:r>
              <a:rPr lang="en-US" sz="2800" b="1" dirty="0">
                <a:latin typeface="Corbel" panose="020B0503020204020204" pitchFamily="34" charset="0"/>
                <a:ea typeface="Verdana" panose="020B0604030504040204" pitchFamily="34" charset="0"/>
              </a:rPr>
              <a:t>Python conventions.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DB4FE9E0-B9FD-44BE-A2EE-2FB7103B2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85" y="507097"/>
            <a:ext cx="8483217" cy="318403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5A1F0B48-0AD3-4A02-B936-A995F9D58494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2CD448BE-F58A-4167-AA2F-D896BB75717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134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989A5-3264-4302-B8DA-E1B59E58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9351C6-A593-446B-819F-6A3227DB0C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0832"/>
            <a:ext cx="10515600" cy="4500719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  <a:spAutoFit/>
          </a:bodyPr>
          <a:lstStyle>
            <a:lvl1pPr marL="798513" indent="-798513"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+mn-lt"/>
              </a:defRPr>
            </a:lvl2pPr>
            <a:lvl3pPr marL="3711575" indent="-228600" algn="l" rtl="0" eaLnBrk="0" fontAlgn="base" hangingPunct="0"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defRPr sz="2000">
                <a:solidFill>
                  <a:schemeClr val="tx1"/>
                </a:solidFill>
                <a:latin typeface="+mn-lt"/>
              </a:defRPr>
            </a:lvl3pPr>
            <a:lvl4pPr marL="4054475" indent="-228600" algn="l" rtl="0" eaLnBrk="0" fontAlgn="base" hangingPunct="0"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defRPr sz="2000">
                <a:solidFill>
                  <a:schemeClr val="tx1"/>
                </a:solidFill>
                <a:latin typeface="+mn-lt"/>
              </a:defRPr>
            </a:lvl4pPr>
            <a:lvl5pPr marL="4397375" indent="-228600" algn="l" rtl="0" eaLnBrk="0" fontAlgn="base" hangingPunct="0"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defRPr sz="2000">
                <a:solidFill>
                  <a:schemeClr val="tx1"/>
                </a:solidFill>
                <a:latin typeface="+mn-lt"/>
              </a:defRPr>
            </a:lvl5pPr>
            <a:lvl6pPr marL="4854575" indent="-228600" algn="l" rtl="0" fontAlgn="base">
              <a:spcBef>
                <a:spcPct val="0"/>
              </a:spcBef>
              <a:spcAft>
                <a:spcPct val="0"/>
              </a:spcAft>
              <a:buFont typeface="Times" pitchFamily="18" charset="0"/>
              <a:defRPr sz="2000">
                <a:solidFill>
                  <a:schemeClr val="tx1"/>
                </a:solidFill>
                <a:latin typeface="+mn-lt"/>
              </a:defRPr>
            </a:lvl6pPr>
            <a:lvl7pPr marL="5311775" indent="-228600" algn="l" rtl="0" fontAlgn="base">
              <a:spcBef>
                <a:spcPct val="0"/>
              </a:spcBef>
              <a:spcAft>
                <a:spcPct val="0"/>
              </a:spcAft>
              <a:buFont typeface="Times" pitchFamily="18" charset="0"/>
              <a:defRPr sz="2000">
                <a:solidFill>
                  <a:schemeClr val="tx1"/>
                </a:solidFill>
                <a:latin typeface="+mn-lt"/>
              </a:defRPr>
            </a:lvl7pPr>
            <a:lvl8pPr marL="5768975" indent="-228600" algn="l" rtl="0" fontAlgn="base">
              <a:spcBef>
                <a:spcPct val="0"/>
              </a:spcBef>
              <a:spcAft>
                <a:spcPct val="0"/>
              </a:spcAft>
              <a:buFont typeface="Times" pitchFamily="18" charset="0"/>
              <a:defRPr sz="2000">
                <a:solidFill>
                  <a:schemeClr val="tx1"/>
                </a:solidFill>
                <a:latin typeface="+mn-lt"/>
              </a:defRPr>
            </a:lvl8pPr>
            <a:lvl9pPr marL="6226175" indent="-228600" algn="l" rtl="0" fontAlgn="base">
              <a:spcBef>
                <a:spcPct val="0"/>
              </a:spcBef>
              <a:spcAft>
                <a:spcPct val="0"/>
              </a:spcAft>
              <a:buFont typeface="Times" pitchFamily="18" charset="0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O’zgaruvchi haqida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2.2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O’zgaruvchini print qilish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2.3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O’zgaruvchi turlari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2.4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Input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olish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2.5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Python conventions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2.6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Googling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2.7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	Vazifa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9AC25D4-F90B-4BF0-B05B-3970FB976D8A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A47AE87F-0668-4A7D-813A-60E84F73B95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29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2F11A-1783-405C-AA5D-450E7436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2.1 </a:t>
            </a:r>
            <a:r>
              <a:rPr lang="en-US" b="1" noProof="1">
                <a:solidFill>
                  <a:srgbClr val="0070C0"/>
                </a:solidFill>
              </a:rPr>
              <a:t>O’zgaruvchi haqida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0D7B5579-A6C0-49CD-B887-699F6C7D0F1D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93A37386-52A8-465A-BFDD-B7AC2F24C09E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3E0CA7C-6D59-4297-8F4E-D84AD86DC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74" y="1458157"/>
            <a:ext cx="9338040" cy="490247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BB6187-B5E6-48B7-B4BE-F638EBCCA9AE}"/>
              </a:ext>
            </a:extLst>
          </p:cNvPr>
          <p:cNvSpPr/>
          <p:nvPr/>
        </p:nvSpPr>
        <p:spPr>
          <a:xfrm>
            <a:off x="1633491" y="4802819"/>
            <a:ext cx="8398276" cy="355107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EFC9456-29E3-46DF-B030-281EBAB9CF1B}"/>
              </a:ext>
            </a:extLst>
          </p:cNvPr>
          <p:cNvSpPr/>
          <p:nvPr/>
        </p:nvSpPr>
        <p:spPr>
          <a:xfrm>
            <a:off x="9880847" y="2192784"/>
            <a:ext cx="150920" cy="2716567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50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1621A-D0B9-49DA-898D-E28F2330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958"/>
            <a:ext cx="10515600" cy="128857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2.1 </a:t>
            </a:r>
            <a:r>
              <a:rPr lang="en-US" b="1" noProof="1">
                <a:solidFill>
                  <a:srgbClr val="0070C0"/>
                </a:solidFill>
              </a:rPr>
              <a:t>O’zgaruvchi haqida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DCCD1DD-D65D-47D7-8FD0-0FD29BF6EF8B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582B92E-982E-4059-BDF1-995311102A52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4100" name="Picture 4" descr="Box Carton Delivery Service Line Style Icon">
            <a:extLst>
              <a:ext uri="{FF2B5EF4-FFF2-40B4-BE49-F238E27FC236}">
                <a16:creationId xmlns:a16="http://schemas.microsoft.com/office/drawing/2014/main" id="{0C1D8261-ECAF-4721-8DB6-766C63E05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856" y="1540756"/>
            <a:ext cx="4723656" cy="330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00D4252-1E61-4937-BB15-33F59431D751}"/>
              </a:ext>
            </a:extLst>
          </p:cNvPr>
          <p:cNvSpPr txBox="1">
            <a:spLocks/>
          </p:cNvSpPr>
          <p:nvPr/>
        </p:nvSpPr>
        <p:spPr>
          <a:xfrm>
            <a:off x="7836842" y="5148500"/>
            <a:ext cx="1690829" cy="638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Nomi</a:t>
            </a:r>
            <a:endParaRPr lang="ru-RU" sz="3600" b="1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37E6F60-C908-4E5C-A29F-0D8F22197CF8}"/>
              </a:ext>
            </a:extLst>
          </p:cNvPr>
          <p:cNvSpPr txBox="1">
            <a:spLocks/>
          </p:cNvSpPr>
          <p:nvPr/>
        </p:nvSpPr>
        <p:spPr>
          <a:xfrm>
            <a:off x="513063" y="2347098"/>
            <a:ext cx="5674673" cy="38051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/>
          </a:p>
          <a:p>
            <a:r>
              <a:rPr lang="en-US" sz="3600" b="1" noProof="1"/>
              <a:t>my_name = “Abdulhamid”</a:t>
            </a:r>
          </a:p>
          <a:p>
            <a:endParaRPr lang="en-US" sz="3600" b="1" noProof="1"/>
          </a:p>
          <a:p>
            <a:r>
              <a:rPr lang="en-US" sz="3600" b="1" noProof="1"/>
              <a:t>my_name </a:t>
            </a:r>
            <a:r>
              <a:rPr lang="en-US" sz="3600" b="1" dirty="0"/>
              <a:t>= “</a:t>
            </a:r>
            <a:r>
              <a:rPr lang="en-US" sz="3600" b="1" noProof="1"/>
              <a:t>Johnny</a:t>
            </a:r>
            <a:r>
              <a:rPr lang="en-US" sz="3600" b="1" dirty="0"/>
              <a:t>”</a:t>
            </a:r>
            <a:endParaRPr lang="ru-RU" sz="3600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9EC6EB-CF72-497E-9B61-529EF58FB1AD}"/>
              </a:ext>
            </a:extLst>
          </p:cNvPr>
          <p:cNvSpPr/>
          <p:nvPr/>
        </p:nvSpPr>
        <p:spPr>
          <a:xfrm>
            <a:off x="788883" y="186453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noProof="1"/>
              <a:t>O’zgaruvchi – bu qiymat saqlash uchun mo’ljallangan xotiradagi ma’lum bir joy</a:t>
            </a:r>
          </a:p>
          <a:p>
            <a:r>
              <a:rPr lang="en-US" b="1" dirty="0"/>
              <a:t> 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8DBD2C-2D4E-4536-8C08-3FF199ACFF8C}"/>
              </a:ext>
            </a:extLst>
          </p:cNvPr>
          <p:cNvSpPr/>
          <p:nvPr/>
        </p:nvSpPr>
        <p:spPr>
          <a:xfrm>
            <a:off x="8223286" y="1662740"/>
            <a:ext cx="203124" cy="1115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4A22634-C879-4387-9215-366C1D1F2BBB}"/>
              </a:ext>
            </a:extLst>
          </p:cNvPr>
          <p:cNvSpPr txBox="1">
            <a:spLocks/>
          </p:cNvSpPr>
          <p:nvPr/>
        </p:nvSpPr>
        <p:spPr>
          <a:xfrm>
            <a:off x="7104434" y="1986519"/>
            <a:ext cx="2970048" cy="546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Value (</a:t>
            </a:r>
            <a:r>
              <a:rPr lang="en-US" sz="3200" b="1" noProof="1"/>
              <a:t>qiymat</a:t>
            </a:r>
            <a:r>
              <a:rPr lang="en-US" sz="3200" b="1" dirty="0"/>
              <a:t>)</a:t>
            </a:r>
            <a:endParaRPr lang="ru-RU" sz="3200" b="1" dirty="0"/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C6AE1495-2C5E-4BAB-A649-40217AF246A2}"/>
              </a:ext>
            </a:extLst>
          </p:cNvPr>
          <p:cNvSpPr/>
          <p:nvPr/>
        </p:nvSpPr>
        <p:spPr>
          <a:xfrm>
            <a:off x="8242103" y="2768341"/>
            <a:ext cx="130601" cy="121984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0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1621A-D0B9-49DA-898D-E28F2330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01" y="12000"/>
            <a:ext cx="10515600" cy="128857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2.1 </a:t>
            </a:r>
            <a:r>
              <a:rPr lang="en-US" b="1" noProof="1">
                <a:solidFill>
                  <a:srgbClr val="0070C0"/>
                </a:solidFill>
              </a:rPr>
              <a:t>O’zgaruvchi haqida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DCCD1DD-D65D-47D7-8FD0-0FD29BF6EF8B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582B92E-982E-4059-BDF1-995311102A52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8DBD2C-2D4E-4536-8C08-3FF199ACFF8C}"/>
              </a:ext>
            </a:extLst>
          </p:cNvPr>
          <p:cNvSpPr/>
          <p:nvPr/>
        </p:nvSpPr>
        <p:spPr>
          <a:xfrm>
            <a:off x="8223286" y="1662740"/>
            <a:ext cx="203124" cy="1115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C6AE1495-2C5E-4BAB-A649-40217AF246A2}"/>
              </a:ext>
            </a:extLst>
          </p:cNvPr>
          <p:cNvSpPr/>
          <p:nvPr/>
        </p:nvSpPr>
        <p:spPr>
          <a:xfrm>
            <a:off x="8242103" y="2768341"/>
            <a:ext cx="130601" cy="121984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36C7C4-3D0C-41BD-A101-69C3ED3E4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577" y="1131714"/>
            <a:ext cx="7619048" cy="5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3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1621A-D0B9-49DA-898D-E28F2330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20070"/>
            <a:ext cx="10515600" cy="128857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2.2 </a:t>
            </a:r>
            <a:r>
              <a:rPr lang="en-US" b="1" noProof="1">
                <a:solidFill>
                  <a:srgbClr val="0070C0"/>
                </a:solidFill>
              </a:rPr>
              <a:t>O’zgaruvchini print qilish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DCCD1DD-D65D-47D7-8FD0-0FD29BF6EF8B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582B92E-982E-4059-BDF1-995311102A52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C6AE1495-2C5E-4BAB-A649-40217AF246A2}"/>
              </a:ext>
            </a:extLst>
          </p:cNvPr>
          <p:cNvSpPr/>
          <p:nvPr/>
        </p:nvSpPr>
        <p:spPr>
          <a:xfrm>
            <a:off x="8242103" y="2768341"/>
            <a:ext cx="130601" cy="121984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919C98-A6C9-44CC-AD34-192986CEF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857250"/>
            <a:ext cx="11430000" cy="6000750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C1D8886-17AC-4783-9326-50A9A5AADCA5}"/>
              </a:ext>
            </a:extLst>
          </p:cNvPr>
          <p:cNvSpPr/>
          <p:nvPr/>
        </p:nvSpPr>
        <p:spPr>
          <a:xfrm>
            <a:off x="1029810" y="6098959"/>
            <a:ext cx="10253708" cy="121984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D84CA39-063F-4D16-9A9A-4F5162CE8652}"/>
              </a:ext>
            </a:extLst>
          </p:cNvPr>
          <p:cNvSpPr/>
          <p:nvPr/>
        </p:nvSpPr>
        <p:spPr>
          <a:xfrm>
            <a:off x="11162190" y="1775534"/>
            <a:ext cx="191609" cy="4445409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9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7C2FB-9319-42F2-9520-52883C39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586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2.3 </a:t>
            </a:r>
            <a:r>
              <a:rPr lang="en-US" b="1" noProof="1">
                <a:solidFill>
                  <a:srgbClr val="0070C0"/>
                </a:solidFill>
              </a:rPr>
              <a:t>O’zgaruvchi turlari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B8960F-2B45-4F58-AF4F-866967D3F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 </a:t>
            </a:r>
            <a:endParaRPr lang="ru-RU" sz="2600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8D9A9795-9BBF-4AFF-AAE6-561FC3CDD076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6AF84575-30DA-4D0A-9747-417C97393571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888D6B5-29AD-4FD7-8B8A-7DC3144AA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72" y="844246"/>
            <a:ext cx="11430000" cy="602544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8DD199-0322-42C4-9AA6-57E899A24250}"/>
              </a:ext>
            </a:extLst>
          </p:cNvPr>
          <p:cNvSpPr/>
          <p:nvPr/>
        </p:nvSpPr>
        <p:spPr>
          <a:xfrm>
            <a:off x="1022971" y="4998128"/>
            <a:ext cx="10321031" cy="159798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1D1FD1-1A70-4030-BE93-0A78B6EB930D}"/>
              </a:ext>
            </a:extLst>
          </p:cNvPr>
          <p:cNvSpPr/>
          <p:nvPr/>
        </p:nvSpPr>
        <p:spPr>
          <a:xfrm>
            <a:off x="11040303" y="1720344"/>
            <a:ext cx="257451" cy="3444536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20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4846B7-50B3-4E36-805B-CB357C3C6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7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33863-79DA-4097-98FC-2BBC7FAA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83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Boolean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E158DC-C51E-4021-8ED6-046EA39E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400" dirty="0"/>
              <a:t>      </a:t>
            </a:r>
            <a:endParaRPr lang="en-US" sz="800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3A5E511-0B73-4F59-A093-78DD12A00CCF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7D9C1AB-6A1A-4974-A0EC-B8A8AD5A441A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3F16B4-3231-4358-BA1E-AB61C2530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518" y="1242874"/>
            <a:ext cx="9048750" cy="561512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24D318C-5968-46A1-97A4-D78846410A59}"/>
              </a:ext>
            </a:extLst>
          </p:cNvPr>
          <p:cNvSpPr/>
          <p:nvPr/>
        </p:nvSpPr>
        <p:spPr>
          <a:xfrm>
            <a:off x="10085033" y="2024109"/>
            <a:ext cx="45719" cy="4057095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201C60-F812-488B-A5F4-07B36EBC306F}"/>
              </a:ext>
            </a:extLst>
          </p:cNvPr>
          <p:cNvSpPr/>
          <p:nvPr/>
        </p:nvSpPr>
        <p:spPr>
          <a:xfrm>
            <a:off x="1766656" y="5814874"/>
            <a:ext cx="8364096" cy="36208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59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5554C-6A44-4282-80BA-D6D784D0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2.4 Input </a:t>
            </a:r>
            <a:r>
              <a:rPr lang="en-US" b="1" noProof="1">
                <a:solidFill>
                  <a:srgbClr val="0070C0"/>
                </a:solidFill>
              </a:rPr>
              <a:t>olish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BD48D8-7566-46B2-97D3-B8C1230AB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endParaRPr lang="ru-RU" sz="2400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5B85375-26CA-4E59-A6D7-8FE9924E1EDA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EC05A93D-FDC8-48BD-8B26-911DD9CABC7E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9" name="doc_2021-03-02_13-52-19">
            <a:hlinkClick r:id="" action="ppaction://media"/>
            <a:extLst>
              <a:ext uri="{FF2B5EF4-FFF2-40B4-BE49-F238E27FC236}">
                <a16:creationId xmlns:a16="http://schemas.microsoft.com/office/drawing/2014/main" id="{618D5079-37E5-442E-82A6-0FFD3DBC69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32601" y="2071795"/>
            <a:ext cx="3960963" cy="2970722"/>
          </a:xfrm>
          <a:prstGeom prst="rect">
            <a:avLst/>
          </a:prstGeom>
        </p:spPr>
      </p:pic>
      <p:pic>
        <p:nvPicPr>
          <p:cNvPr id="10" name="mp4">
            <a:hlinkClick r:id="" action="ppaction://media"/>
            <a:extLst>
              <a:ext uri="{FF2B5EF4-FFF2-40B4-BE49-F238E27FC236}">
                <a16:creationId xmlns:a16="http://schemas.microsoft.com/office/drawing/2014/main" id="{B7FC9DF5-F22F-47AE-9A29-D8BE58BB7A6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94755" y="2071795"/>
            <a:ext cx="5028765" cy="28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9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71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60E60-E417-495B-8633-90C2DE17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35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2.4 Input </a:t>
            </a:r>
            <a:r>
              <a:rPr lang="en-US" b="1" noProof="1">
                <a:solidFill>
                  <a:srgbClr val="0070C0"/>
                </a:solidFill>
              </a:rPr>
              <a:t>olish</a:t>
            </a: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443DC7A-77DC-4449-A634-9B60A3115140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6E02519-6F81-41E3-88BD-0F57E026C19F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85400914-36C7-4DC5-A702-C8C0F0D26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5" y="5519378"/>
            <a:ext cx="4571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ts val="1600"/>
              </a:spcAft>
              <a:defRPr sz="1400" b="1">
                <a:solidFill>
                  <a:schemeClr val="tx1"/>
                </a:solidFill>
                <a:latin typeface="Lucida Console" panose="020B0609040504020204" pitchFamily="49" charset="0"/>
              </a:defRPr>
            </a:lvl1pPr>
            <a:lvl2pPr marL="742950" indent="-285750">
              <a:spcBef>
                <a:spcPct val="2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Aft>
                <a:spcPct val="0"/>
              </a:spcAft>
            </a:pPr>
            <a:r>
              <a:rPr kumimoji="0" lang="en-US" altLang="ko-KR" sz="1600" b="0" dirty="0">
                <a:latin typeface="Arial" panose="020B0604020202020204" pitchFamily="34" charset="0"/>
              </a:rPr>
              <a:t>big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7BEB93D-5DA6-432F-8DD6-3142CAF34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633" y="1329313"/>
            <a:ext cx="8336909" cy="5528687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C816512-A0F2-4835-8BEF-9F21C0DACB6B}"/>
              </a:ext>
            </a:extLst>
          </p:cNvPr>
          <p:cNvSpPr/>
          <p:nvPr/>
        </p:nvSpPr>
        <p:spPr>
          <a:xfrm>
            <a:off x="2210540" y="5857932"/>
            <a:ext cx="7723573" cy="33855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4D86E8C-2C33-4C5C-AA7A-054A08B92A84}"/>
              </a:ext>
            </a:extLst>
          </p:cNvPr>
          <p:cNvSpPr/>
          <p:nvPr/>
        </p:nvSpPr>
        <p:spPr>
          <a:xfrm>
            <a:off x="9739029" y="2104008"/>
            <a:ext cx="195084" cy="387066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0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A1ADD-9AC0-4885-9A81-83C947D5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85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2.5 Python conventions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71EC31E0-A5D6-4261-948E-4E5FD5BF86BA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754861C-E6C5-421A-BB49-0C6BE3EBAB88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52D14C-38AE-4F43-A3AC-1354CECD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064" y="1494854"/>
            <a:ext cx="5613322" cy="50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9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97F47-6088-41F2-B1E5-79B0201F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2.6 Googling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F302C6-A2CB-40CF-8B7E-82E76229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B9B670C7-A709-429A-9797-46D1C000F7EA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478DFA8B-58E1-466D-9D45-34543FBFAEAD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2D65C7-1680-4904-ACBC-3255B210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451" y="2009806"/>
            <a:ext cx="7078605" cy="398297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6B12E12-F1EC-4C9A-ACC8-09C93A76F4D1}"/>
              </a:ext>
            </a:extLst>
          </p:cNvPr>
          <p:cNvSpPr/>
          <p:nvPr/>
        </p:nvSpPr>
        <p:spPr>
          <a:xfrm>
            <a:off x="2476870" y="2086252"/>
            <a:ext cx="6649375" cy="301841"/>
          </a:xfrm>
          <a:prstGeom prst="rect">
            <a:avLst/>
          </a:prstGeom>
          <a:solidFill>
            <a:srgbClr val="6E7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Qachonki do’stlaring seni texnologiyalarni yaxshi biladi deb o’ylashsa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8B8CB2-DF97-4CE1-939D-E0C7F9A07673}"/>
              </a:ext>
            </a:extLst>
          </p:cNvPr>
          <p:cNvSpPr/>
          <p:nvPr/>
        </p:nvSpPr>
        <p:spPr>
          <a:xfrm>
            <a:off x="2476870" y="5468645"/>
            <a:ext cx="6649375" cy="301841"/>
          </a:xfrm>
          <a:prstGeom prst="rect">
            <a:avLst/>
          </a:prstGeom>
          <a:solidFill>
            <a:srgbClr val="34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Aslida esa sen shunchaki “Google”ni yaxshi bilasan</a:t>
            </a:r>
          </a:p>
        </p:txBody>
      </p:sp>
    </p:spTree>
    <p:extLst>
      <p:ext uri="{BB962C8B-B14F-4D97-AF65-F5344CB8AC3E}">
        <p14:creationId xmlns:p14="http://schemas.microsoft.com/office/powerpoint/2010/main" val="96770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591BA-1B01-4F37-9D5D-5630FD87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2.6 Googling</a:t>
            </a:r>
            <a:endParaRPr lang="ru-RU"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7F293024-795D-43D6-8DE1-C347FE530480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8D2EB21A-DBB0-4AC8-AF12-7A557919052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38A89DE-3FD6-48DE-9342-1FE0B729A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998" y="603134"/>
            <a:ext cx="3456964" cy="3456964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0B1FACA-E488-4A9B-9E2D-DA829DFFDD48}"/>
              </a:ext>
            </a:extLst>
          </p:cNvPr>
          <p:cNvSpPr txBox="1">
            <a:spLocks/>
          </p:cNvSpPr>
          <p:nvPr/>
        </p:nvSpPr>
        <p:spPr>
          <a:xfrm>
            <a:off x="1111509" y="18371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             “How to” </a:t>
            </a:r>
            <a:r>
              <a:rPr lang="en-US" sz="3600" b="1" noProof="1"/>
              <a:t>iborasi</a:t>
            </a:r>
            <a:endParaRPr lang="en-US" sz="3600" noProof="1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0AA5212-ABCC-4F46-A4D1-93CA68E90CBD}"/>
              </a:ext>
            </a:extLst>
          </p:cNvPr>
          <p:cNvSpPr txBox="1">
            <a:spLocks/>
          </p:cNvSpPr>
          <p:nvPr/>
        </p:nvSpPr>
        <p:spPr>
          <a:xfrm>
            <a:off x="1247198" y="4365193"/>
            <a:ext cx="10515600" cy="2127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noProof="1"/>
              <a:t>Stackoverflow.com sayti: savollar, yechimlar, muhokamalar…</a:t>
            </a:r>
            <a:endParaRPr lang="en-US" sz="3600" noProof="1"/>
          </a:p>
        </p:txBody>
      </p:sp>
    </p:spTree>
    <p:extLst>
      <p:ext uri="{BB962C8B-B14F-4D97-AF65-F5344CB8AC3E}">
        <p14:creationId xmlns:p14="http://schemas.microsoft.com/office/powerpoint/2010/main" val="84738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p4">
            <a:hlinkClick r:id="" action="ppaction://media"/>
            <a:extLst>
              <a:ext uri="{FF2B5EF4-FFF2-40B4-BE49-F238E27FC236}">
                <a16:creationId xmlns:a16="http://schemas.microsoft.com/office/drawing/2014/main" id="{0C381793-8E17-4656-9E11-F072CAA670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5779" y="856410"/>
            <a:ext cx="7158511" cy="5145180"/>
          </a:xfrm>
          <a:prstGeom prst="rect">
            <a:avLst/>
          </a:prstGeom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4809194A-23D5-47D8-9FE9-E2A65C93C6B7}"/>
              </a:ext>
            </a:extLst>
          </p:cNvPr>
          <p:cNvSpPr/>
          <p:nvPr/>
        </p:nvSpPr>
        <p:spPr>
          <a:xfrm>
            <a:off x="11898487" y="-11686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6AE708F6-02E5-42A6-B056-B977BF5C71B9}"/>
              </a:ext>
            </a:extLst>
          </p:cNvPr>
          <p:cNvSpPr/>
          <p:nvPr/>
        </p:nvSpPr>
        <p:spPr>
          <a:xfrm>
            <a:off x="0" y="7769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60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139</Words>
  <Application>Microsoft Office PowerPoint</Application>
  <PresentationFormat>Широкоэкранный</PresentationFormat>
  <Paragraphs>41</Paragraphs>
  <Slides>15</Slides>
  <Notes>0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Corbel</vt:lpstr>
      <vt:lpstr>Wingdings</vt:lpstr>
      <vt:lpstr>Тема Office</vt:lpstr>
      <vt:lpstr>Презентация PowerPoint</vt:lpstr>
      <vt:lpstr>Dars rejasi:</vt:lpstr>
      <vt:lpstr>2.1 O’zgaruvchi haqida</vt:lpstr>
      <vt:lpstr>2.1 O’zgaruvchi haqida </vt:lpstr>
      <vt:lpstr>2.1 O’zgaruvchi haqida </vt:lpstr>
      <vt:lpstr>2.2 O’zgaruvchini print qilish</vt:lpstr>
      <vt:lpstr>2.3 O’zgaruvchi turlari</vt:lpstr>
      <vt:lpstr>Презентация PowerPoint</vt:lpstr>
      <vt:lpstr>Boolean</vt:lpstr>
      <vt:lpstr>2.4 Input olish </vt:lpstr>
      <vt:lpstr>2.4 Input olish</vt:lpstr>
      <vt:lpstr>2.5 Python conventions</vt:lpstr>
      <vt:lpstr>2.6 Googling</vt:lpstr>
      <vt:lpstr>2.6 Googling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76</cp:revision>
  <dcterms:created xsi:type="dcterms:W3CDTF">2021-01-24T12:11:54Z</dcterms:created>
  <dcterms:modified xsi:type="dcterms:W3CDTF">2021-04-03T10:54:09Z</dcterms:modified>
</cp:coreProperties>
</file>