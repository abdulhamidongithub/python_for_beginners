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314" r:id="rId4"/>
    <p:sldId id="320" r:id="rId5"/>
    <p:sldId id="316" r:id="rId6"/>
    <p:sldId id="321" r:id="rId7"/>
    <p:sldId id="322" r:id="rId8"/>
    <p:sldId id="315" r:id="rId9"/>
    <p:sldId id="309" r:id="rId10"/>
    <p:sldId id="317" r:id="rId11"/>
    <p:sldId id="259" r:id="rId12"/>
    <p:sldId id="319" r:id="rId1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2A130"/>
    <a:srgbClr val="CFE2F3"/>
    <a:srgbClr val="FFFFFF"/>
    <a:srgbClr val="0D1021"/>
    <a:srgbClr val="080300"/>
    <a:srgbClr val="D5C9B3"/>
    <a:srgbClr val="3A6E2C"/>
    <a:srgbClr val="848C62"/>
    <a:srgbClr val="D3C8AC"/>
    <a:srgbClr val="AAA39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Средний стиль 2 — акцент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583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137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F53025-8E8F-4834-8C04-85DDDC2EE15E}" type="datetimeFigureOut">
              <a:rPr lang="ru-RU" smtClean="0"/>
              <a:t>05.06.2021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18193D-1F70-4C97-8F26-36A8D200762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306347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noProof="1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18193D-1F70-4C97-8F26-36A8D2007628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119164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noProof="1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18193D-1F70-4C97-8F26-36A8D2007628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757982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noProof="1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18193D-1F70-4C97-8F26-36A8D2007628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408139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18193D-1F70-4C97-8F26-36A8D2007628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730303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18193D-1F70-4C97-8F26-36A8D2007628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414023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18193D-1F70-4C97-8F26-36A8D2007628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013793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BCBF08B-00DD-4393-879F-1237413E88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8223B8F-C6F9-4738-8C97-2D2328FF50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17EB1AA-FCC3-4A74-B11B-FA67457629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35BF7-E6F2-43E3-83B0-7EA589B5F9DB}" type="datetimeFigureOut">
              <a:rPr lang="ru-RU" smtClean="0"/>
              <a:t>05.06.2021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085F0F7-2FE9-4799-B492-6D7C9CBEF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3A16FAD-5BC4-4D77-AA3C-FBD60600E8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1F7DE-0683-4D98-BF20-E579D99C03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363167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323D27-E746-4A1A-BE2F-F819E16382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5C49A60-4936-4321-B1FF-EF8C8080D1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095B37E-E4FB-439A-941E-7EE0817E31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35BF7-E6F2-43E3-83B0-7EA589B5F9DB}" type="datetimeFigureOut">
              <a:rPr lang="ru-RU" smtClean="0"/>
              <a:t>05.06.2021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B7B2D35-8490-4E57-A29D-2FAD5ABF15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EE93C94-A7F2-4B4C-AB75-FE25C1DB2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1F7DE-0683-4D98-BF20-E579D99C03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331553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321D69-2657-46D2-B8A9-A3680EC687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230EBAE-2BBE-47E7-AD82-88DA0AC9ED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573437F-00AF-4473-9DDA-5A0486E587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35BF7-E6F2-43E3-83B0-7EA589B5F9DB}" type="datetimeFigureOut">
              <a:rPr lang="ru-RU" smtClean="0"/>
              <a:t>05.06.2021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542003C-7A5E-4892-BCA6-5F8B65E588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285236A-4D87-4848-A5BD-580576E32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1F7DE-0683-4D98-BF20-E579D99C03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060226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979C95-050C-46B4-8854-DBBB238B2C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4501085-0FF2-43BD-8A95-9616340A10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808F9D3-C9A1-4792-BEA8-81D2ABB5E9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D98C345-FF23-4CB7-B751-DF802A4D20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35BF7-E6F2-43E3-83B0-7EA589B5F9DB}" type="datetimeFigureOut">
              <a:rPr lang="ru-RU" smtClean="0"/>
              <a:t>05.06.2021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0D1FEF7-951F-4079-AFFC-207D8D4225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1E5131C-A473-4A9E-B9AF-3F6776E262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1F7DE-0683-4D98-BF20-E579D99C03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88233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2DA7748-E3F3-4C74-83B7-6C502EDCA8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CE5A719-ABE2-4248-8BA8-54786A9735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D3FE61D-73F0-4589-8E1A-FC760A0F45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8161405B-A1FF-4AF1-A945-29F41C2A3C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AACE693E-DD47-4E42-813E-6F936DECE6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31F4FB5C-39BD-460C-A6A7-06904E0434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35BF7-E6F2-43E3-83B0-7EA589B5F9DB}" type="datetimeFigureOut">
              <a:rPr lang="ru-RU" smtClean="0"/>
              <a:t>05.06.2021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4DB7EDC0-B71F-479F-86AF-7352042DD8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BFEAE978-D57E-4FBC-8A17-43578086BC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1F7DE-0683-4D98-BF20-E579D99C03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199227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61F1F87-B12D-4EED-BA84-50147BD385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28ED643E-2695-40B7-8AD2-68EE0C97D4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35BF7-E6F2-43E3-83B0-7EA589B5F9DB}" type="datetimeFigureOut">
              <a:rPr lang="ru-RU" smtClean="0"/>
              <a:t>05.06.2021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FCD163A1-1D28-4C06-9F3A-E07842CC78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6024879F-803F-4247-ADDD-698517912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1F7DE-0683-4D98-BF20-E579D99C03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55650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020DB330-28EB-484F-AB87-5F21BD61B7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35BF7-E6F2-43E3-83B0-7EA589B5F9DB}" type="datetimeFigureOut">
              <a:rPr lang="ru-RU" smtClean="0"/>
              <a:t>05.06.2021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41CF81AE-3647-4A29-9252-59B6DF1F48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93767E3-0B56-43F6-BF94-AA40797B2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1F7DE-0683-4D98-BF20-E579D99C03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11491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9C94F9A-497F-4977-9E93-A2E57EAC4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C25544A-1015-43BB-98E2-72AE4BED7E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6225B7E-CE30-4CCF-A7E6-BA432C857A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04D04B5-C55D-4445-ADB0-EE94BD7C63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35BF7-E6F2-43E3-83B0-7EA589B5F9DB}" type="datetimeFigureOut">
              <a:rPr lang="ru-RU" smtClean="0"/>
              <a:t>05.06.2021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CA8F3BE-6253-4789-ACD4-74D54DDA13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DD55794-27B0-45E3-8CED-C231DD85E9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1F7DE-0683-4D98-BF20-E579D99C03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7910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90A44E-222F-4CD8-968A-9B9A823758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2A085646-1D27-4014-86EA-A6488D4530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715D722-991B-46A6-9E57-8398F87A70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B45AC8D-12FB-46CB-A4A5-3F248747E1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35BF7-E6F2-43E3-83B0-7EA589B5F9DB}" type="datetimeFigureOut">
              <a:rPr lang="ru-RU" smtClean="0"/>
              <a:t>05.06.2021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4288DF6-3506-4096-B65C-551E090D9D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ED4FEEB-A3A7-47D1-894D-7C9A24663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1F7DE-0683-4D98-BF20-E579D99C03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27858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C1761E8-DBB4-4067-A064-B984911885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F7C9F05-B935-409A-AF70-CC63213E89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B7231EB-A09D-4F0D-B084-A4FF5691E0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35BF7-E6F2-43E3-83B0-7EA589B5F9DB}" type="datetimeFigureOut">
              <a:rPr lang="ru-RU" smtClean="0"/>
              <a:t>05.06.2021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3891726-6822-4763-9199-A496191A5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6C043A3-8D1A-4DD1-83F2-25AEBD050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1F7DE-0683-4D98-BF20-E579D99C03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3364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CBB8B8D1-6DB4-46F4-BA7A-28F2F03EE0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E7DD97F-34C1-48CB-95EE-5E5EF1C59B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296001E-3E8F-42F0-92FA-C0FC32D179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35BF7-E6F2-43E3-83B0-7EA589B5F9DB}" type="datetimeFigureOut">
              <a:rPr lang="ru-RU" smtClean="0"/>
              <a:t>05.06.2021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2D56BF3-15F6-40D4-A3B3-0A6C6B76D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0F35F84-A6B1-4AFD-9EA6-7C0BCC8A08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1F7DE-0683-4D98-BF20-E579D99C03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648440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C9AE934-63FD-4AD2-AA77-0141EA1215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17AE77F-F8D8-4D86-9E3B-940DCBABA0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682924D-6BFD-4A78-99BD-66448940AA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035BF7-E6F2-43E3-83B0-7EA589B5F9DB}" type="datetimeFigureOut">
              <a:rPr lang="ru-RU" smtClean="0"/>
              <a:t>05.06.2021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717AD77-F473-4BDF-A3F4-78FED4F796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9E6BBAD-4DAD-487E-B903-1E28293CC7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71F7DE-0683-4D98-BF20-E579D99C03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965709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652697F-EE34-456F-834B-103082437C6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4400" b="1" noProof="1"/>
              <a:t>11-dars</a:t>
            </a:r>
          </a:p>
          <a:p>
            <a:r>
              <a:rPr lang="en-US" sz="4400" b="1" noProof="1"/>
              <a:t>Exceptionlar</a:t>
            </a:r>
          </a:p>
        </p:txBody>
      </p:sp>
      <p:pic>
        <p:nvPicPr>
          <p:cNvPr id="4" name="logoPNG.png" descr="logoPNG.png">
            <a:extLst>
              <a:ext uri="{FF2B5EF4-FFF2-40B4-BE49-F238E27FC236}">
                <a16:creationId xmlns:a16="http://schemas.microsoft.com/office/drawing/2014/main" id="{61D711D9-D19C-4C63-BEC3-1E84357B9D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4073" y="633803"/>
            <a:ext cx="7928256" cy="2975740"/>
          </a:xfrm>
          <a:prstGeom prst="rect">
            <a:avLst/>
          </a:prstGeom>
          <a:ln w="12700">
            <a:miter lim="400000"/>
          </a:ln>
        </p:spPr>
      </p:pic>
      <p:sp>
        <p:nvSpPr>
          <p:cNvPr id="5" name="Rectangle">
            <a:extLst>
              <a:ext uri="{FF2B5EF4-FFF2-40B4-BE49-F238E27FC236}">
                <a16:creationId xmlns:a16="http://schemas.microsoft.com/office/drawing/2014/main" id="{A76A65E3-1B5E-4480-BD49-964168D24BD1}"/>
              </a:ext>
            </a:extLst>
          </p:cNvPr>
          <p:cNvSpPr/>
          <p:nvPr/>
        </p:nvSpPr>
        <p:spPr>
          <a:xfrm>
            <a:off x="0" y="-11686"/>
            <a:ext cx="293512" cy="6869686"/>
          </a:xfrm>
          <a:prstGeom prst="rect">
            <a:avLst/>
          </a:prstGeom>
          <a:solidFill>
            <a:srgbClr val="1D537C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6" name="Rectangle">
            <a:extLst>
              <a:ext uri="{FF2B5EF4-FFF2-40B4-BE49-F238E27FC236}">
                <a16:creationId xmlns:a16="http://schemas.microsoft.com/office/drawing/2014/main" id="{E336C90A-BDF3-47C5-AA99-358CBDAC3790}"/>
              </a:ext>
            </a:extLst>
          </p:cNvPr>
          <p:cNvSpPr/>
          <p:nvPr/>
        </p:nvSpPr>
        <p:spPr>
          <a:xfrm>
            <a:off x="11898487" y="0"/>
            <a:ext cx="293513" cy="6869686"/>
          </a:xfrm>
          <a:prstGeom prst="rect">
            <a:avLst/>
          </a:prstGeom>
          <a:solidFill>
            <a:srgbClr val="F2A13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61966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B83BB6-D9E8-4E8D-B2FC-90E97DCC99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b="1" noProof="1">
                <a:solidFill>
                  <a:srgbClr val="0070C0"/>
                </a:solidFill>
              </a:rPr>
              <a:t>Dars rejasi:</a:t>
            </a:r>
          </a:p>
        </p:txBody>
      </p:sp>
      <p:sp>
        <p:nvSpPr>
          <p:cNvPr id="4" name="Rectangle">
            <a:extLst>
              <a:ext uri="{FF2B5EF4-FFF2-40B4-BE49-F238E27FC236}">
                <a16:creationId xmlns:a16="http://schemas.microsoft.com/office/drawing/2014/main" id="{6B63D4AC-583B-40F8-8A2B-774788E098B0}"/>
              </a:ext>
            </a:extLst>
          </p:cNvPr>
          <p:cNvSpPr/>
          <p:nvPr/>
        </p:nvSpPr>
        <p:spPr>
          <a:xfrm>
            <a:off x="0" y="-11686"/>
            <a:ext cx="293512" cy="6869686"/>
          </a:xfrm>
          <a:prstGeom prst="rect">
            <a:avLst/>
          </a:prstGeom>
          <a:solidFill>
            <a:srgbClr val="1D537C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5" name="Rectangle">
            <a:extLst>
              <a:ext uri="{FF2B5EF4-FFF2-40B4-BE49-F238E27FC236}">
                <a16:creationId xmlns:a16="http://schemas.microsoft.com/office/drawing/2014/main" id="{3AFCCF7A-27FC-4447-AA17-686E02909886}"/>
              </a:ext>
            </a:extLst>
          </p:cNvPr>
          <p:cNvSpPr/>
          <p:nvPr/>
        </p:nvSpPr>
        <p:spPr>
          <a:xfrm>
            <a:off x="11898487" y="0"/>
            <a:ext cx="293513" cy="6869686"/>
          </a:xfrm>
          <a:prstGeom prst="rect">
            <a:avLst/>
          </a:prstGeom>
          <a:solidFill>
            <a:srgbClr val="F2A13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26616841-1966-4591-BC84-63C8BDD64C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6158" y="1325563"/>
            <a:ext cx="10515600" cy="5017784"/>
          </a:xfrm>
          <a:prstGeom prst="rect">
            <a:avLst/>
          </a:prstGeom>
          <a:solidFill>
            <a:srgbClr val="FFF7EB"/>
          </a:solidFill>
          <a:ln w="12700">
            <a:solidFill>
              <a:srgbClr val="F9A75E"/>
            </a:solidFill>
            <a:miter lim="800000"/>
            <a:headEnd/>
            <a:tailEnd/>
          </a:ln>
        </p:spPr>
        <p:txBody>
          <a:bodyPr vert="horz" wrap="square" lIns="182880" tIns="91440" rIns="182880" bIns="91440" numCol="1" rtlCol="0" anchor="t" anchorCtr="0" compatLnSpc="1">
            <a:prstTxWarp prst="textNoShape">
              <a:avLst/>
            </a:prstTxWarp>
            <a:spAutoFit/>
          </a:bodyPr>
          <a:lstStyle>
            <a:lvl1pPr marL="798513" indent="-798513" algn="l" defTabSz="914400" rtl="0" eaLnBrk="0" fontAlgn="base" latinLnBrk="0" hangingPunct="0">
              <a:lnSpc>
                <a:spcPct val="95000"/>
              </a:lnSpc>
              <a:spcBef>
                <a:spcPct val="0"/>
              </a:spcBef>
              <a:spcAft>
                <a:spcPct val="35000"/>
              </a:spcAft>
              <a:buClr>
                <a:srgbClr val="4E87C6"/>
              </a:buClr>
              <a:buFont typeface="Wingdings" panose="05000000000000000000" pitchFamily="2" charset="2"/>
              <a:buChar char="•"/>
              <a:defRPr sz="2000" b="1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1712913" indent="-798513" algn="l" defTabSz="914400" rtl="0" eaLnBrk="0" fontAlgn="base" latinLnBrk="0" hangingPunct="0">
              <a:lnSpc>
                <a:spcPct val="95000"/>
              </a:lnSpc>
              <a:spcBef>
                <a:spcPct val="0"/>
              </a:spcBef>
              <a:spcAft>
                <a:spcPct val="35000"/>
              </a:spcAft>
              <a:buFont typeface="Arial" panose="020B0604020202020204" pitchFamily="34" charset="0"/>
              <a:buChar char="•"/>
              <a:defRPr sz="2000" b="1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3711575" indent="-22860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typeface="Times" panose="02020603050405020304" pitchFamily="18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054475" indent="-22860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typeface="Times" panose="02020603050405020304" pitchFamily="18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397375" indent="-22860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typeface="Times" panose="02020603050405020304" pitchFamily="18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854575" indent="-22860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typeface="Times" pitchFamily="18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311775" indent="-22860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typeface="Times" pitchFamily="18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768975" indent="-22860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typeface="Times" pitchFamily="18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226175" indent="-22860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typeface="Times" pitchFamily="18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1" hangingPunct="1">
              <a:lnSpc>
                <a:spcPct val="85000"/>
              </a:lnSpc>
              <a:buFont typeface="Wingdings" panose="05000000000000000000" pitchFamily="2" charset="2"/>
              <a:buNone/>
            </a:pPr>
            <a:r>
              <a:rPr lang="en-US" altLang="ko-KR" sz="3200" dirty="0">
                <a:solidFill>
                  <a:srgbClr val="B3B366"/>
                </a:solidFill>
                <a:ea typeface="Times New Roman" panose="02020603050405020304" pitchFamily="18" charset="0"/>
                <a:cs typeface="Goudy Sans Medium"/>
              </a:rPr>
              <a:t>11.1</a:t>
            </a:r>
            <a:r>
              <a:rPr lang="en-US" altLang="ko-KR" sz="2800" dirty="0">
                <a:ea typeface="Times New Roman" panose="02020603050405020304" pitchFamily="18" charset="0"/>
                <a:cs typeface="Arial" panose="020B0604020202020204" pitchFamily="34" charset="0"/>
              </a:rPr>
              <a:t> 	</a:t>
            </a:r>
            <a:r>
              <a:rPr lang="en-US" altLang="ko-KR" sz="3200" noProof="1">
                <a:ea typeface="Times New Roman" panose="02020603050405020304" pitchFamily="18" charset="0"/>
                <a:cs typeface="Arial" panose="020B0604020202020204" pitchFamily="34" charset="0"/>
              </a:rPr>
              <a:t>Errors(Xatolar)</a:t>
            </a:r>
          </a:p>
          <a:p>
            <a:pPr marL="0" indent="0" eaLnBrk="1" hangingPunct="1">
              <a:lnSpc>
                <a:spcPct val="85000"/>
              </a:lnSpc>
              <a:buNone/>
            </a:pPr>
            <a:r>
              <a:rPr lang="en-US" altLang="ko-KR" sz="3200" noProof="1">
                <a:solidFill>
                  <a:srgbClr val="B3B366"/>
                </a:solidFill>
                <a:ea typeface="Times New Roman" panose="02020603050405020304" pitchFamily="18" charset="0"/>
                <a:cs typeface="Goudy Sans Medium"/>
              </a:rPr>
              <a:t>11.2</a:t>
            </a:r>
            <a:r>
              <a:rPr lang="en-US" altLang="ko-KR" sz="3200" noProof="1">
                <a:ea typeface="Times New Roman" panose="02020603050405020304" pitchFamily="18" charset="0"/>
                <a:cs typeface="Arial" panose="020B0604020202020204" pitchFamily="34" charset="0"/>
              </a:rPr>
              <a:t> 	Exceptionlar</a:t>
            </a:r>
          </a:p>
          <a:p>
            <a:pPr marL="0" indent="0" eaLnBrk="1" hangingPunct="1">
              <a:lnSpc>
                <a:spcPct val="85000"/>
              </a:lnSpc>
              <a:buNone/>
            </a:pPr>
            <a:r>
              <a:rPr lang="en-US" altLang="ko-KR" sz="3200" dirty="0">
                <a:solidFill>
                  <a:srgbClr val="B3B366"/>
                </a:solidFill>
                <a:ea typeface="Times New Roman" panose="02020603050405020304" pitchFamily="18" charset="0"/>
                <a:cs typeface="Goudy Sans Medium"/>
              </a:rPr>
              <a:t>11.3</a:t>
            </a:r>
            <a:r>
              <a:rPr lang="en-US" altLang="ko-KR" sz="3200" dirty="0">
                <a:ea typeface="Times New Roman" panose="02020603050405020304" pitchFamily="18" charset="0"/>
                <a:cs typeface="Arial" panose="020B0604020202020204" pitchFamily="34" charset="0"/>
              </a:rPr>
              <a:t>  </a:t>
            </a:r>
            <a:r>
              <a:rPr lang="en-US" altLang="ko-KR" sz="3200" noProof="1">
                <a:ea typeface="Times New Roman" panose="02020603050405020304" pitchFamily="18" charset="0"/>
                <a:cs typeface="Arial" panose="020B0604020202020204" pitchFamily="34" charset="0"/>
              </a:rPr>
              <a:t>Exceptionni raise qilish</a:t>
            </a:r>
          </a:p>
          <a:p>
            <a:pPr marL="0" indent="0" eaLnBrk="1" hangingPunct="1">
              <a:lnSpc>
                <a:spcPct val="85000"/>
              </a:lnSpc>
              <a:buNone/>
            </a:pPr>
            <a:r>
              <a:rPr lang="en-US" altLang="ko-KR" sz="3200" noProof="1">
                <a:solidFill>
                  <a:srgbClr val="B3B366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11.4</a:t>
            </a:r>
            <a:r>
              <a:rPr lang="en-US" altLang="ko-KR" sz="3200" noProof="1">
                <a:ea typeface="Times New Roman" panose="02020603050405020304" pitchFamily="18" charset="0"/>
                <a:cs typeface="Arial" panose="020B0604020202020204" pitchFamily="34" charset="0"/>
              </a:rPr>
              <a:t>  Assert qilish</a:t>
            </a:r>
          </a:p>
          <a:p>
            <a:pPr marL="0" indent="0" eaLnBrk="1" hangingPunct="1">
              <a:lnSpc>
                <a:spcPct val="85000"/>
              </a:lnSpc>
              <a:buNone/>
            </a:pPr>
            <a:r>
              <a:rPr lang="en-US" altLang="ko-KR" sz="3200" noProof="1">
                <a:solidFill>
                  <a:srgbClr val="B3B366"/>
                </a:solidFill>
                <a:ea typeface="Times New Roman" panose="02020603050405020304" pitchFamily="18" charset="0"/>
                <a:cs typeface="Goudy Sans Medium"/>
              </a:rPr>
              <a:t>11.5</a:t>
            </a:r>
            <a:r>
              <a:rPr lang="en-US" altLang="ko-KR" sz="3200" noProof="1">
                <a:ea typeface="Times New Roman" panose="02020603050405020304" pitchFamily="18" charset="0"/>
                <a:cs typeface="Arial" panose="020B0604020202020204" pitchFamily="34" charset="0"/>
              </a:rPr>
              <a:t> 	Mashqlar</a:t>
            </a:r>
          </a:p>
          <a:p>
            <a:pPr marL="0" indent="0" eaLnBrk="1" hangingPunct="1">
              <a:lnSpc>
                <a:spcPct val="85000"/>
              </a:lnSpc>
              <a:buNone/>
            </a:pPr>
            <a:r>
              <a:rPr lang="en-US" altLang="ko-KR" sz="3200" noProof="1">
                <a:solidFill>
                  <a:srgbClr val="B3B366"/>
                </a:solidFill>
                <a:ea typeface="Times New Roman" panose="02020603050405020304" pitchFamily="18" charset="0"/>
                <a:cs typeface="Goudy Sans Medium"/>
              </a:rPr>
              <a:t>11.6</a:t>
            </a:r>
            <a:r>
              <a:rPr lang="en-US" altLang="ko-KR" sz="3200" noProof="1">
                <a:ea typeface="Times New Roman" panose="02020603050405020304" pitchFamily="18" charset="0"/>
                <a:cs typeface="Arial" panose="020B0604020202020204" pitchFamily="34" charset="0"/>
              </a:rPr>
              <a:t> 	Vazifa</a:t>
            </a:r>
          </a:p>
          <a:p>
            <a:pPr marL="0" indent="0" eaLnBrk="1" hangingPunct="1">
              <a:lnSpc>
                <a:spcPct val="85000"/>
              </a:lnSpc>
              <a:buNone/>
            </a:pPr>
            <a:endParaRPr lang="en-US" altLang="ko-KR" sz="3200" noProof="1"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indent="0" eaLnBrk="1" hangingPunct="1">
              <a:lnSpc>
                <a:spcPct val="85000"/>
              </a:lnSpc>
              <a:buNone/>
            </a:pPr>
            <a:endParaRPr lang="en-US" altLang="ko-KR" sz="2200" dirty="0"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indent="0" eaLnBrk="1" hangingPunct="1">
              <a:lnSpc>
                <a:spcPct val="85000"/>
              </a:lnSpc>
              <a:buFont typeface="Wingdings" panose="05000000000000000000" pitchFamily="2" charset="2"/>
              <a:buNone/>
            </a:pPr>
            <a:r>
              <a:rPr lang="en-US" altLang="ko-KR" sz="2200" dirty="0">
                <a:solidFill>
                  <a:srgbClr val="504A00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004682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8839D4D-EF5A-452F-BACB-CC71A7AD8D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0971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11.1 </a:t>
            </a:r>
            <a:r>
              <a:rPr lang="en-US" b="1" noProof="1">
                <a:solidFill>
                  <a:srgbClr val="0070C0"/>
                </a:solidFill>
              </a:rPr>
              <a:t>Errors(Xatolar)</a:t>
            </a:r>
          </a:p>
        </p:txBody>
      </p:sp>
      <p:sp>
        <p:nvSpPr>
          <p:cNvPr id="4" name="Rectangle">
            <a:extLst>
              <a:ext uri="{FF2B5EF4-FFF2-40B4-BE49-F238E27FC236}">
                <a16:creationId xmlns:a16="http://schemas.microsoft.com/office/drawing/2014/main" id="{3844D788-637A-4825-B2C3-729AA5655558}"/>
              </a:ext>
            </a:extLst>
          </p:cNvPr>
          <p:cNvSpPr/>
          <p:nvPr/>
        </p:nvSpPr>
        <p:spPr>
          <a:xfrm>
            <a:off x="0" y="-11686"/>
            <a:ext cx="293512" cy="6869686"/>
          </a:xfrm>
          <a:prstGeom prst="rect">
            <a:avLst/>
          </a:prstGeom>
          <a:solidFill>
            <a:srgbClr val="1D537C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5" name="Rectangle">
            <a:extLst>
              <a:ext uri="{FF2B5EF4-FFF2-40B4-BE49-F238E27FC236}">
                <a16:creationId xmlns:a16="http://schemas.microsoft.com/office/drawing/2014/main" id="{4827F1E2-2F1F-459C-8380-2D8B68ADADD6}"/>
              </a:ext>
            </a:extLst>
          </p:cNvPr>
          <p:cNvSpPr/>
          <p:nvPr/>
        </p:nvSpPr>
        <p:spPr>
          <a:xfrm>
            <a:off x="11898487" y="0"/>
            <a:ext cx="293513" cy="6869686"/>
          </a:xfrm>
          <a:prstGeom prst="rect">
            <a:avLst/>
          </a:prstGeom>
          <a:solidFill>
            <a:srgbClr val="F2A13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88363F3F-2B7D-431E-BA30-9FD074084481}"/>
              </a:ext>
            </a:extLst>
          </p:cNvPr>
          <p:cNvSpPr/>
          <p:nvPr/>
        </p:nvSpPr>
        <p:spPr>
          <a:xfrm>
            <a:off x="7075503" y="6199203"/>
            <a:ext cx="2663301" cy="515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5C9573D3-33F1-47D1-93D6-0C2BC19304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568" y="2177633"/>
            <a:ext cx="6219420" cy="1932728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238EA60F-4C0F-4514-BA60-36DEF1DE24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1687" y="454152"/>
            <a:ext cx="4876800" cy="6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76152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">
            <a:extLst>
              <a:ext uri="{FF2B5EF4-FFF2-40B4-BE49-F238E27FC236}">
                <a16:creationId xmlns:a16="http://schemas.microsoft.com/office/drawing/2014/main" id="{3844D788-637A-4825-B2C3-729AA5655558}"/>
              </a:ext>
            </a:extLst>
          </p:cNvPr>
          <p:cNvSpPr/>
          <p:nvPr/>
        </p:nvSpPr>
        <p:spPr>
          <a:xfrm>
            <a:off x="0" y="-11686"/>
            <a:ext cx="293512" cy="6869686"/>
          </a:xfrm>
          <a:prstGeom prst="rect">
            <a:avLst/>
          </a:prstGeom>
          <a:solidFill>
            <a:srgbClr val="1D537C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5" name="Rectangle">
            <a:extLst>
              <a:ext uri="{FF2B5EF4-FFF2-40B4-BE49-F238E27FC236}">
                <a16:creationId xmlns:a16="http://schemas.microsoft.com/office/drawing/2014/main" id="{4827F1E2-2F1F-459C-8380-2D8B68ADADD6}"/>
              </a:ext>
            </a:extLst>
          </p:cNvPr>
          <p:cNvSpPr/>
          <p:nvPr/>
        </p:nvSpPr>
        <p:spPr>
          <a:xfrm>
            <a:off x="11898487" y="0"/>
            <a:ext cx="293513" cy="6869686"/>
          </a:xfrm>
          <a:prstGeom prst="rect">
            <a:avLst/>
          </a:prstGeom>
          <a:solidFill>
            <a:srgbClr val="F2A13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7AE4DFB5-1770-4EF8-AB0C-E18E28C009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8643" y="0"/>
            <a:ext cx="669471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3700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8839D4D-EF5A-452F-BACB-CC71A7AD8D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203593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11.2 </a:t>
            </a:r>
            <a:r>
              <a:rPr lang="en-US" b="1" noProof="1">
                <a:solidFill>
                  <a:srgbClr val="0070C0"/>
                </a:solidFill>
              </a:rPr>
              <a:t>Exceptionlar</a:t>
            </a:r>
          </a:p>
        </p:txBody>
      </p:sp>
      <p:sp>
        <p:nvSpPr>
          <p:cNvPr id="4" name="Rectangle">
            <a:extLst>
              <a:ext uri="{FF2B5EF4-FFF2-40B4-BE49-F238E27FC236}">
                <a16:creationId xmlns:a16="http://schemas.microsoft.com/office/drawing/2014/main" id="{3844D788-637A-4825-B2C3-729AA5655558}"/>
              </a:ext>
            </a:extLst>
          </p:cNvPr>
          <p:cNvSpPr/>
          <p:nvPr/>
        </p:nvSpPr>
        <p:spPr>
          <a:xfrm>
            <a:off x="0" y="-11686"/>
            <a:ext cx="293512" cy="6869686"/>
          </a:xfrm>
          <a:prstGeom prst="rect">
            <a:avLst/>
          </a:prstGeom>
          <a:solidFill>
            <a:srgbClr val="1D537C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5" name="Rectangle">
            <a:extLst>
              <a:ext uri="{FF2B5EF4-FFF2-40B4-BE49-F238E27FC236}">
                <a16:creationId xmlns:a16="http://schemas.microsoft.com/office/drawing/2014/main" id="{4827F1E2-2F1F-459C-8380-2D8B68ADADD6}"/>
              </a:ext>
            </a:extLst>
          </p:cNvPr>
          <p:cNvSpPr/>
          <p:nvPr/>
        </p:nvSpPr>
        <p:spPr>
          <a:xfrm>
            <a:off x="11898487" y="0"/>
            <a:ext cx="293513" cy="6869686"/>
          </a:xfrm>
          <a:prstGeom prst="rect">
            <a:avLst/>
          </a:prstGeom>
          <a:solidFill>
            <a:srgbClr val="F2A13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9EF29F9-915F-4F81-BA63-E0E3CEA0CD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0967" y="864951"/>
            <a:ext cx="7370065" cy="6004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59893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8839D4D-EF5A-452F-BACB-CC71A7AD8D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0971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11.2 </a:t>
            </a:r>
            <a:r>
              <a:rPr lang="en-US" b="1" noProof="1">
                <a:solidFill>
                  <a:srgbClr val="0070C0"/>
                </a:solidFill>
              </a:rPr>
              <a:t>Exceptionlar</a:t>
            </a:r>
          </a:p>
        </p:txBody>
      </p:sp>
      <p:sp>
        <p:nvSpPr>
          <p:cNvPr id="4" name="Rectangle">
            <a:extLst>
              <a:ext uri="{FF2B5EF4-FFF2-40B4-BE49-F238E27FC236}">
                <a16:creationId xmlns:a16="http://schemas.microsoft.com/office/drawing/2014/main" id="{3844D788-637A-4825-B2C3-729AA5655558}"/>
              </a:ext>
            </a:extLst>
          </p:cNvPr>
          <p:cNvSpPr/>
          <p:nvPr/>
        </p:nvSpPr>
        <p:spPr>
          <a:xfrm>
            <a:off x="0" y="-11686"/>
            <a:ext cx="293512" cy="6869686"/>
          </a:xfrm>
          <a:prstGeom prst="rect">
            <a:avLst/>
          </a:prstGeom>
          <a:solidFill>
            <a:srgbClr val="1D537C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5" name="Rectangle">
            <a:extLst>
              <a:ext uri="{FF2B5EF4-FFF2-40B4-BE49-F238E27FC236}">
                <a16:creationId xmlns:a16="http://schemas.microsoft.com/office/drawing/2014/main" id="{4827F1E2-2F1F-459C-8380-2D8B68ADADD6}"/>
              </a:ext>
            </a:extLst>
          </p:cNvPr>
          <p:cNvSpPr/>
          <p:nvPr/>
        </p:nvSpPr>
        <p:spPr>
          <a:xfrm>
            <a:off x="11898487" y="0"/>
            <a:ext cx="293513" cy="6869686"/>
          </a:xfrm>
          <a:prstGeom prst="rect">
            <a:avLst/>
          </a:prstGeom>
          <a:solidFill>
            <a:srgbClr val="F2A13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779D450E-4ED6-461E-B215-EF9645100F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264" y="1260830"/>
            <a:ext cx="10683536" cy="5608856"/>
          </a:xfrm>
          <a:prstGeom prst="rect">
            <a:avLst/>
          </a:prstGeom>
        </p:spPr>
      </p:pic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54DE660A-5D74-4AB6-8C14-6060242487C2}"/>
              </a:ext>
            </a:extLst>
          </p:cNvPr>
          <p:cNvSpPr/>
          <p:nvPr/>
        </p:nvSpPr>
        <p:spPr>
          <a:xfrm>
            <a:off x="1171852" y="5335480"/>
            <a:ext cx="9658905" cy="168675"/>
          </a:xfrm>
          <a:prstGeom prst="rect">
            <a:avLst/>
          </a:prstGeom>
          <a:solidFill>
            <a:srgbClr val="080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A0D25A92-6E02-4A42-93B9-F2C2CD17CBD8}"/>
              </a:ext>
            </a:extLst>
          </p:cNvPr>
          <p:cNvSpPr/>
          <p:nvPr/>
        </p:nvSpPr>
        <p:spPr>
          <a:xfrm>
            <a:off x="10635449" y="2104008"/>
            <a:ext cx="195308" cy="3231472"/>
          </a:xfrm>
          <a:prstGeom prst="rect">
            <a:avLst/>
          </a:prstGeom>
          <a:solidFill>
            <a:srgbClr val="080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50952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8839D4D-EF5A-452F-BACB-CC71A7AD8D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0971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11.2 </a:t>
            </a:r>
            <a:r>
              <a:rPr lang="en-US" b="1" noProof="1">
                <a:solidFill>
                  <a:srgbClr val="0070C0"/>
                </a:solidFill>
              </a:rPr>
              <a:t>Exceptionlar</a:t>
            </a:r>
          </a:p>
        </p:txBody>
      </p:sp>
      <p:sp>
        <p:nvSpPr>
          <p:cNvPr id="4" name="Rectangle">
            <a:extLst>
              <a:ext uri="{FF2B5EF4-FFF2-40B4-BE49-F238E27FC236}">
                <a16:creationId xmlns:a16="http://schemas.microsoft.com/office/drawing/2014/main" id="{3844D788-637A-4825-B2C3-729AA5655558}"/>
              </a:ext>
            </a:extLst>
          </p:cNvPr>
          <p:cNvSpPr/>
          <p:nvPr/>
        </p:nvSpPr>
        <p:spPr>
          <a:xfrm>
            <a:off x="0" y="-11686"/>
            <a:ext cx="293512" cy="6869686"/>
          </a:xfrm>
          <a:prstGeom prst="rect">
            <a:avLst/>
          </a:prstGeom>
          <a:solidFill>
            <a:srgbClr val="1D537C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5" name="Rectangle">
            <a:extLst>
              <a:ext uri="{FF2B5EF4-FFF2-40B4-BE49-F238E27FC236}">
                <a16:creationId xmlns:a16="http://schemas.microsoft.com/office/drawing/2014/main" id="{4827F1E2-2F1F-459C-8380-2D8B68ADADD6}"/>
              </a:ext>
            </a:extLst>
          </p:cNvPr>
          <p:cNvSpPr/>
          <p:nvPr/>
        </p:nvSpPr>
        <p:spPr>
          <a:xfrm>
            <a:off x="11898487" y="0"/>
            <a:ext cx="293513" cy="6869686"/>
          </a:xfrm>
          <a:prstGeom prst="rect">
            <a:avLst/>
          </a:prstGeom>
          <a:solidFill>
            <a:srgbClr val="F2A13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368D0DA5-CA29-4798-A880-03C20139E5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199" y="1198552"/>
            <a:ext cx="10779901" cy="5659448"/>
          </a:xfrm>
          <a:prstGeom prst="rect">
            <a:avLst/>
          </a:prstGeom>
        </p:spPr>
      </p:pic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539827C7-610A-47D0-8C1C-ED7C972B1290}"/>
              </a:ext>
            </a:extLst>
          </p:cNvPr>
          <p:cNvSpPr/>
          <p:nvPr/>
        </p:nvSpPr>
        <p:spPr>
          <a:xfrm>
            <a:off x="1358283" y="5335480"/>
            <a:ext cx="9721049" cy="150920"/>
          </a:xfrm>
          <a:prstGeom prst="rect">
            <a:avLst/>
          </a:prstGeom>
          <a:solidFill>
            <a:srgbClr val="0D10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86AD7122-DB07-40FF-AA97-9F185F044766}"/>
              </a:ext>
            </a:extLst>
          </p:cNvPr>
          <p:cNvSpPr/>
          <p:nvPr/>
        </p:nvSpPr>
        <p:spPr>
          <a:xfrm>
            <a:off x="10955045" y="2050742"/>
            <a:ext cx="124287" cy="4181382"/>
          </a:xfrm>
          <a:prstGeom prst="rect">
            <a:avLst/>
          </a:prstGeom>
          <a:solidFill>
            <a:srgbClr val="0D10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26474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8839D4D-EF5A-452F-BACB-CC71A7AD8D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1686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11.3 </a:t>
            </a:r>
            <a:r>
              <a:rPr lang="en-US" b="1" noProof="1">
                <a:solidFill>
                  <a:srgbClr val="0070C0"/>
                </a:solidFill>
              </a:rPr>
              <a:t>Exceptionni raise qilish</a:t>
            </a:r>
          </a:p>
        </p:txBody>
      </p:sp>
      <p:sp>
        <p:nvSpPr>
          <p:cNvPr id="4" name="Rectangle">
            <a:extLst>
              <a:ext uri="{FF2B5EF4-FFF2-40B4-BE49-F238E27FC236}">
                <a16:creationId xmlns:a16="http://schemas.microsoft.com/office/drawing/2014/main" id="{3844D788-637A-4825-B2C3-729AA5655558}"/>
              </a:ext>
            </a:extLst>
          </p:cNvPr>
          <p:cNvSpPr/>
          <p:nvPr/>
        </p:nvSpPr>
        <p:spPr>
          <a:xfrm>
            <a:off x="0" y="-11686"/>
            <a:ext cx="293512" cy="6869686"/>
          </a:xfrm>
          <a:prstGeom prst="rect">
            <a:avLst/>
          </a:prstGeom>
          <a:solidFill>
            <a:srgbClr val="1D537C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5" name="Rectangle">
            <a:extLst>
              <a:ext uri="{FF2B5EF4-FFF2-40B4-BE49-F238E27FC236}">
                <a16:creationId xmlns:a16="http://schemas.microsoft.com/office/drawing/2014/main" id="{4827F1E2-2F1F-459C-8380-2D8B68ADADD6}"/>
              </a:ext>
            </a:extLst>
          </p:cNvPr>
          <p:cNvSpPr/>
          <p:nvPr/>
        </p:nvSpPr>
        <p:spPr>
          <a:xfrm>
            <a:off x="11898487" y="0"/>
            <a:ext cx="293513" cy="6869686"/>
          </a:xfrm>
          <a:prstGeom prst="rect">
            <a:avLst/>
          </a:prstGeom>
          <a:solidFill>
            <a:srgbClr val="F2A13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E6EFF96D-C6B1-4A92-BC9B-0044F28875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904" y="923566"/>
            <a:ext cx="11303683" cy="5934434"/>
          </a:xfrm>
          <a:prstGeom prst="rect">
            <a:avLst/>
          </a:prstGeom>
        </p:spPr>
      </p:pic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53B8D685-E064-4641-A47F-15459523BA33}"/>
              </a:ext>
            </a:extLst>
          </p:cNvPr>
          <p:cNvSpPr/>
          <p:nvPr/>
        </p:nvSpPr>
        <p:spPr>
          <a:xfrm>
            <a:off x="1047565" y="6125592"/>
            <a:ext cx="10182687" cy="115410"/>
          </a:xfrm>
          <a:prstGeom prst="rect">
            <a:avLst/>
          </a:prstGeom>
          <a:solidFill>
            <a:srgbClr val="0D10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8C935D1C-FB69-47F1-8604-98704EAE3435}"/>
              </a:ext>
            </a:extLst>
          </p:cNvPr>
          <p:cNvSpPr/>
          <p:nvPr/>
        </p:nvSpPr>
        <p:spPr>
          <a:xfrm>
            <a:off x="11144435" y="1784412"/>
            <a:ext cx="85817" cy="4341180"/>
          </a:xfrm>
          <a:prstGeom prst="rect">
            <a:avLst/>
          </a:prstGeom>
          <a:solidFill>
            <a:srgbClr val="0D10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6463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">
            <a:extLst>
              <a:ext uri="{FF2B5EF4-FFF2-40B4-BE49-F238E27FC236}">
                <a16:creationId xmlns:a16="http://schemas.microsoft.com/office/drawing/2014/main" id="{89BE43B3-A607-4E8D-8580-481575D39B26}"/>
              </a:ext>
            </a:extLst>
          </p:cNvPr>
          <p:cNvSpPr/>
          <p:nvPr/>
        </p:nvSpPr>
        <p:spPr>
          <a:xfrm>
            <a:off x="0" y="-11686"/>
            <a:ext cx="293512" cy="6869686"/>
          </a:xfrm>
          <a:prstGeom prst="rect">
            <a:avLst/>
          </a:prstGeom>
          <a:solidFill>
            <a:srgbClr val="1D537C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19" name="Rectangle">
            <a:extLst>
              <a:ext uri="{FF2B5EF4-FFF2-40B4-BE49-F238E27FC236}">
                <a16:creationId xmlns:a16="http://schemas.microsoft.com/office/drawing/2014/main" id="{9FA76FF3-8C0F-4C7C-AD3F-C503D9D9EC13}"/>
              </a:ext>
            </a:extLst>
          </p:cNvPr>
          <p:cNvSpPr/>
          <p:nvPr/>
        </p:nvSpPr>
        <p:spPr>
          <a:xfrm>
            <a:off x="11898487" y="0"/>
            <a:ext cx="293513" cy="6869686"/>
          </a:xfrm>
          <a:prstGeom prst="rect">
            <a:avLst/>
          </a:prstGeom>
          <a:solidFill>
            <a:srgbClr val="F2A13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39" name="Заголовок 1">
            <a:extLst>
              <a:ext uri="{FF2B5EF4-FFF2-40B4-BE49-F238E27FC236}">
                <a16:creationId xmlns:a16="http://schemas.microsoft.com/office/drawing/2014/main" id="{558B5D14-9C6B-4F55-9A26-859ACADC25BC}"/>
              </a:ext>
            </a:extLst>
          </p:cNvPr>
          <p:cNvSpPr txBox="1">
            <a:spLocks/>
          </p:cNvSpPr>
          <p:nvPr/>
        </p:nvSpPr>
        <p:spPr>
          <a:xfrm>
            <a:off x="838199" y="-11687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rgbClr val="0070C0"/>
                </a:solidFill>
              </a:rPr>
              <a:t>11.4 </a:t>
            </a:r>
            <a:r>
              <a:rPr lang="en-US" b="1" noProof="1">
                <a:solidFill>
                  <a:srgbClr val="0070C0"/>
                </a:solidFill>
              </a:rPr>
              <a:t>Assert qilish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FC99F5FA-9E5D-4344-BB7D-786ACB92DEA4}"/>
              </a:ext>
            </a:extLst>
          </p:cNvPr>
          <p:cNvSpPr/>
          <p:nvPr/>
        </p:nvSpPr>
        <p:spPr>
          <a:xfrm>
            <a:off x="4172505" y="5086906"/>
            <a:ext cx="939631" cy="204100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16E0CC40-9198-4D2D-BEE1-3B7F6AB09902}"/>
              </a:ext>
            </a:extLst>
          </p:cNvPr>
          <p:cNvSpPr/>
          <p:nvPr/>
        </p:nvSpPr>
        <p:spPr>
          <a:xfrm>
            <a:off x="2277968" y="3372018"/>
            <a:ext cx="1719340" cy="486439"/>
          </a:xfrm>
          <a:prstGeom prst="rect">
            <a:avLst/>
          </a:prstGeom>
          <a:solidFill>
            <a:srgbClr val="FBFB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Python Assert Flowchart">
            <a:extLst>
              <a:ext uri="{FF2B5EF4-FFF2-40B4-BE49-F238E27FC236}">
                <a16:creationId xmlns:a16="http://schemas.microsoft.com/office/drawing/2014/main" id="{9001DA64-913E-4ECF-9AB5-2AB4E90D96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7191" y="1280032"/>
            <a:ext cx="5715000" cy="428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9EDD611E-D68D-4751-91B4-9D34BB0C7AB6}"/>
              </a:ext>
            </a:extLst>
          </p:cNvPr>
          <p:cNvSpPr/>
          <p:nvPr/>
        </p:nvSpPr>
        <p:spPr>
          <a:xfrm>
            <a:off x="8424908" y="1366842"/>
            <a:ext cx="2387586" cy="37318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Oldingi qatordagi kod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C3125C96-E1A2-47A7-A938-1DB90C116FCD}"/>
              </a:ext>
            </a:extLst>
          </p:cNvPr>
          <p:cNvSpPr/>
          <p:nvPr/>
        </p:nvSpPr>
        <p:spPr>
          <a:xfrm>
            <a:off x="7341833" y="2685839"/>
            <a:ext cx="941033" cy="461959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noProof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Assertion sharti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EDF674B9-03C5-4F25-9B2A-CE539ACB48AA}"/>
              </a:ext>
            </a:extLst>
          </p:cNvPr>
          <p:cNvSpPr/>
          <p:nvPr/>
        </p:nvSpPr>
        <p:spPr>
          <a:xfrm>
            <a:off x="5885895" y="4509856"/>
            <a:ext cx="1100831" cy="49715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noProof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Dastur davom etadi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A6C7E5B5-618E-4C54-A651-0A7A886E1670}"/>
              </a:ext>
            </a:extLst>
          </p:cNvPr>
          <p:cNvSpPr/>
          <p:nvPr/>
        </p:nvSpPr>
        <p:spPr>
          <a:xfrm>
            <a:off x="8664605" y="4465467"/>
            <a:ext cx="1562471" cy="541539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noProof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Dastur to’xtaydi va Assertion xatolik beradi</a:t>
            </a: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F8E8B8E9-DCC4-4791-AC56-C0C4F4F5492A}"/>
              </a:ext>
            </a:extLst>
          </p:cNvPr>
          <p:cNvSpPr/>
          <p:nvPr/>
        </p:nvSpPr>
        <p:spPr>
          <a:xfrm>
            <a:off x="819726" y="1879796"/>
            <a:ext cx="4065973" cy="2491615"/>
          </a:xfrm>
          <a:prstGeom prst="roundRect">
            <a:avLst/>
          </a:prstGeom>
          <a:solidFill>
            <a:srgbClr val="F2A1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noProof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Dastur Assertion shartiga kelganida shart to’g’ri bo’lsa davom etadi, noto’g’ri bo’lsa to’xtaydi va Assertion xatolikni ekranga chiqaradi.</a:t>
            </a:r>
          </a:p>
        </p:txBody>
      </p:sp>
    </p:spTree>
    <p:extLst>
      <p:ext uri="{BB962C8B-B14F-4D97-AF65-F5344CB8AC3E}">
        <p14:creationId xmlns:p14="http://schemas.microsoft.com/office/powerpoint/2010/main" val="25980159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">
            <a:extLst>
              <a:ext uri="{FF2B5EF4-FFF2-40B4-BE49-F238E27FC236}">
                <a16:creationId xmlns:a16="http://schemas.microsoft.com/office/drawing/2014/main" id="{89BE43B3-A607-4E8D-8580-481575D39B26}"/>
              </a:ext>
            </a:extLst>
          </p:cNvPr>
          <p:cNvSpPr/>
          <p:nvPr/>
        </p:nvSpPr>
        <p:spPr>
          <a:xfrm>
            <a:off x="0" y="-11686"/>
            <a:ext cx="293512" cy="6869686"/>
          </a:xfrm>
          <a:prstGeom prst="rect">
            <a:avLst/>
          </a:prstGeom>
          <a:solidFill>
            <a:srgbClr val="1D537C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19" name="Rectangle">
            <a:extLst>
              <a:ext uri="{FF2B5EF4-FFF2-40B4-BE49-F238E27FC236}">
                <a16:creationId xmlns:a16="http://schemas.microsoft.com/office/drawing/2014/main" id="{9FA76FF3-8C0F-4C7C-AD3F-C503D9D9EC13}"/>
              </a:ext>
            </a:extLst>
          </p:cNvPr>
          <p:cNvSpPr/>
          <p:nvPr/>
        </p:nvSpPr>
        <p:spPr>
          <a:xfrm>
            <a:off x="11898487" y="0"/>
            <a:ext cx="293513" cy="6869686"/>
          </a:xfrm>
          <a:prstGeom prst="rect">
            <a:avLst/>
          </a:prstGeom>
          <a:solidFill>
            <a:srgbClr val="F2A13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39" name="Заголовок 1">
            <a:extLst>
              <a:ext uri="{FF2B5EF4-FFF2-40B4-BE49-F238E27FC236}">
                <a16:creationId xmlns:a16="http://schemas.microsoft.com/office/drawing/2014/main" id="{558B5D14-9C6B-4F55-9A26-859ACADC25BC}"/>
              </a:ext>
            </a:extLst>
          </p:cNvPr>
          <p:cNvSpPr txBox="1">
            <a:spLocks/>
          </p:cNvSpPr>
          <p:nvPr/>
        </p:nvSpPr>
        <p:spPr>
          <a:xfrm>
            <a:off x="838199" y="-11687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rgbClr val="0070C0"/>
                </a:solidFill>
              </a:rPr>
              <a:t>11.4 </a:t>
            </a:r>
            <a:r>
              <a:rPr lang="en-US" b="1" noProof="1">
                <a:solidFill>
                  <a:srgbClr val="0070C0"/>
                </a:solidFill>
              </a:rPr>
              <a:t>Assert qilish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C5B85D7-3449-474C-99EF-EF3AEAC7AF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512" y="857250"/>
            <a:ext cx="11430000" cy="6000750"/>
          </a:xfrm>
          <a:prstGeom prst="rect">
            <a:avLst/>
          </a:prstGeom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7CADAD3A-45FE-4D26-831B-F80C8A762907}"/>
              </a:ext>
            </a:extLst>
          </p:cNvPr>
          <p:cNvSpPr/>
          <p:nvPr/>
        </p:nvSpPr>
        <p:spPr>
          <a:xfrm>
            <a:off x="825623" y="5264458"/>
            <a:ext cx="10324730" cy="106532"/>
          </a:xfrm>
          <a:prstGeom prst="rect">
            <a:avLst/>
          </a:prstGeom>
          <a:solidFill>
            <a:srgbClr val="0D10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A5DA122E-E79C-4B94-88DD-7F9EDD3147E4}"/>
              </a:ext>
            </a:extLst>
          </p:cNvPr>
          <p:cNvSpPr/>
          <p:nvPr/>
        </p:nvSpPr>
        <p:spPr>
          <a:xfrm>
            <a:off x="11034944" y="1740023"/>
            <a:ext cx="115409" cy="3524435"/>
          </a:xfrm>
          <a:prstGeom prst="rect">
            <a:avLst/>
          </a:prstGeom>
          <a:solidFill>
            <a:srgbClr val="0D10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80184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">
            <a:extLst>
              <a:ext uri="{FF2B5EF4-FFF2-40B4-BE49-F238E27FC236}">
                <a16:creationId xmlns:a16="http://schemas.microsoft.com/office/drawing/2014/main" id="{FE0391D4-B7A3-4EF2-A26B-B021E978C360}"/>
              </a:ext>
            </a:extLst>
          </p:cNvPr>
          <p:cNvSpPr/>
          <p:nvPr/>
        </p:nvSpPr>
        <p:spPr>
          <a:xfrm>
            <a:off x="0" y="-11686"/>
            <a:ext cx="293512" cy="6869686"/>
          </a:xfrm>
          <a:prstGeom prst="rect">
            <a:avLst/>
          </a:prstGeom>
          <a:solidFill>
            <a:srgbClr val="1D537C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7" name="Rectangle">
            <a:extLst>
              <a:ext uri="{FF2B5EF4-FFF2-40B4-BE49-F238E27FC236}">
                <a16:creationId xmlns:a16="http://schemas.microsoft.com/office/drawing/2014/main" id="{78C4F440-B2A8-4DC6-9E27-192BEEA3F27C}"/>
              </a:ext>
            </a:extLst>
          </p:cNvPr>
          <p:cNvSpPr/>
          <p:nvPr/>
        </p:nvSpPr>
        <p:spPr>
          <a:xfrm>
            <a:off x="11898487" y="0"/>
            <a:ext cx="293513" cy="6869686"/>
          </a:xfrm>
          <a:prstGeom prst="rect">
            <a:avLst/>
          </a:prstGeom>
          <a:solidFill>
            <a:srgbClr val="F2A13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CD413824-3B14-47EF-A14C-72CEB66EEB4C}"/>
              </a:ext>
            </a:extLst>
          </p:cNvPr>
          <p:cNvSpPr txBox="1">
            <a:spLocks/>
          </p:cNvSpPr>
          <p:nvPr/>
        </p:nvSpPr>
        <p:spPr>
          <a:xfrm>
            <a:off x="838199" y="-11687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rgbClr val="0070C0"/>
                </a:solidFill>
              </a:rPr>
              <a:t>11.5 </a:t>
            </a:r>
            <a:r>
              <a:rPr lang="en-US" b="1" noProof="1">
                <a:solidFill>
                  <a:srgbClr val="0070C0"/>
                </a:solidFill>
              </a:rPr>
              <a:t>Mashq vaqti)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A17FA78-D875-41A0-A313-B27AA48C1F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2625" y="1041621"/>
            <a:ext cx="8726749" cy="5816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3465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">
            <a:extLst>
              <a:ext uri="{FF2B5EF4-FFF2-40B4-BE49-F238E27FC236}">
                <a16:creationId xmlns:a16="http://schemas.microsoft.com/office/drawing/2014/main" id="{FE0391D4-B7A3-4EF2-A26B-B021E978C360}"/>
              </a:ext>
            </a:extLst>
          </p:cNvPr>
          <p:cNvSpPr/>
          <p:nvPr/>
        </p:nvSpPr>
        <p:spPr>
          <a:xfrm>
            <a:off x="0" y="-11686"/>
            <a:ext cx="293512" cy="6869686"/>
          </a:xfrm>
          <a:prstGeom prst="rect">
            <a:avLst/>
          </a:prstGeom>
          <a:solidFill>
            <a:srgbClr val="1D537C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7" name="Rectangle">
            <a:extLst>
              <a:ext uri="{FF2B5EF4-FFF2-40B4-BE49-F238E27FC236}">
                <a16:creationId xmlns:a16="http://schemas.microsoft.com/office/drawing/2014/main" id="{78C4F440-B2A8-4DC6-9E27-192BEEA3F27C}"/>
              </a:ext>
            </a:extLst>
          </p:cNvPr>
          <p:cNvSpPr/>
          <p:nvPr/>
        </p:nvSpPr>
        <p:spPr>
          <a:xfrm>
            <a:off x="11898487" y="0"/>
            <a:ext cx="293513" cy="6869686"/>
          </a:xfrm>
          <a:prstGeom prst="rect">
            <a:avLst/>
          </a:prstGeom>
          <a:solidFill>
            <a:srgbClr val="F2A13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12" name="Заголовок 1">
            <a:extLst>
              <a:ext uri="{FF2B5EF4-FFF2-40B4-BE49-F238E27FC236}">
                <a16:creationId xmlns:a16="http://schemas.microsoft.com/office/drawing/2014/main" id="{44548CA7-F646-4CD3-92F0-0E71C7EEF7B4}"/>
              </a:ext>
            </a:extLst>
          </p:cNvPr>
          <p:cNvSpPr txBox="1">
            <a:spLocks/>
          </p:cNvSpPr>
          <p:nvPr/>
        </p:nvSpPr>
        <p:spPr>
          <a:xfrm>
            <a:off x="838199" y="-11687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b="1" dirty="0">
              <a:solidFill>
                <a:srgbClr val="0070C0"/>
              </a:solidFill>
            </a:endParaRPr>
          </a:p>
          <a:p>
            <a:endParaRPr lang="en-US" b="1" noProof="1">
              <a:solidFill>
                <a:srgbClr val="0070C0"/>
              </a:solidFill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CB271B9-90F2-4CCB-9E33-1E0D30CA10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512" y="408834"/>
            <a:ext cx="11604975" cy="6024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074439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1">
          <a:schemeClr val="accent2"/>
        </a:lnRef>
        <a:fillRef idx="0">
          <a:schemeClr val="accent2"/>
        </a:fillRef>
        <a:effectRef idx="0">
          <a:schemeClr val="accent2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3485</TotalTime>
  <Words>92</Words>
  <Application>Microsoft Office PowerPoint</Application>
  <PresentationFormat>Широкоэкранный</PresentationFormat>
  <Paragraphs>31</Paragraphs>
  <Slides>12</Slides>
  <Notes>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8" baseType="lpstr">
      <vt:lpstr>Arial</vt:lpstr>
      <vt:lpstr>Calibri</vt:lpstr>
      <vt:lpstr>Calibri Light</vt:lpstr>
      <vt:lpstr>Times New Roman</vt:lpstr>
      <vt:lpstr>Wingdings</vt:lpstr>
      <vt:lpstr>Тема Office</vt:lpstr>
      <vt:lpstr>Презентация PowerPoint</vt:lpstr>
      <vt:lpstr>Dars rejasi:</vt:lpstr>
      <vt:lpstr>11.1 Errors(Xatolar)</vt:lpstr>
      <vt:lpstr>Презентация PowerPoint</vt:lpstr>
      <vt:lpstr>11.2 Exceptionlar</vt:lpstr>
      <vt:lpstr>11.2 Exceptionlar</vt:lpstr>
      <vt:lpstr>11.2 Exceptionlar</vt:lpstr>
      <vt:lpstr>11.3 Exceptionni raise qilish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123</dc:creator>
  <cp:lastModifiedBy>User</cp:lastModifiedBy>
  <cp:revision>201</cp:revision>
  <dcterms:created xsi:type="dcterms:W3CDTF">2021-01-26T11:27:43Z</dcterms:created>
  <dcterms:modified xsi:type="dcterms:W3CDTF">2021-06-05T06:59:18Z</dcterms:modified>
</cp:coreProperties>
</file>