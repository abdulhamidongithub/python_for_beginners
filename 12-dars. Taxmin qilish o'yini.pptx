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314" r:id="rId4"/>
    <p:sldId id="320" r:id="rId5"/>
    <p:sldId id="316" r:id="rId6"/>
    <p:sldId id="319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6160"/>
    <a:srgbClr val="020902"/>
    <a:srgbClr val="F2A130"/>
    <a:srgbClr val="FFE200"/>
    <a:srgbClr val="E3A751"/>
    <a:srgbClr val="CFE2F3"/>
    <a:srgbClr val="FFFFFF"/>
    <a:srgbClr val="0D1021"/>
    <a:srgbClr val="080300"/>
    <a:srgbClr val="D5C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916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37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noProof="1"/>
              <a:t>12-dars</a:t>
            </a:r>
          </a:p>
          <a:p>
            <a:r>
              <a:rPr lang="en-US" sz="4400" b="1" noProof="1"/>
              <a:t>Taxmin qilish o’yini</a:t>
            </a:r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C7A804D-B22F-4C56-82BA-AE47AFF9A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482" y="458854"/>
            <a:ext cx="8851036" cy="5940292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841A737-2FEF-45D6-8585-15AE3DB394C9}"/>
              </a:ext>
            </a:extLst>
          </p:cNvPr>
          <p:cNvSpPr/>
          <p:nvPr/>
        </p:nvSpPr>
        <p:spPr>
          <a:xfrm>
            <a:off x="1979720" y="2095130"/>
            <a:ext cx="6187736" cy="2130641"/>
          </a:xfrm>
          <a:prstGeom prst="rect">
            <a:avLst/>
          </a:prstGeom>
          <a:solidFill>
            <a:srgbClr val="E3A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“Sonni top” o’yini</a:t>
            </a:r>
          </a:p>
        </p:txBody>
      </p: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O’yin shartlari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8363F3F-2B7D-431E-BA30-9FD074084481}"/>
              </a:ext>
            </a:extLst>
          </p:cNvPr>
          <p:cNvSpPr/>
          <p:nvPr/>
        </p:nvSpPr>
        <p:spPr>
          <a:xfrm>
            <a:off x="7075503" y="6199203"/>
            <a:ext cx="2663301" cy="515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44D2172D-7C67-4C96-977B-463CCD0F062D}"/>
              </a:ext>
            </a:extLst>
          </p:cNvPr>
          <p:cNvSpPr/>
          <p:nvPr/>
        </p:nvSpPr>
        <p:spPr>
          <a:xfrm>
            <a:off x="1577265" y="1530574"/>
            <a:ext cx="9037468" cy="45745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en-US" sz="2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Kompyuter tasodifiy son bersin</a:t>
            </a:r>
          </a:p>
          <a:p>
            <a:pPr marL="285750" indent="-285750" algn="ctr">
              <a:buFontTx/>
              <a:buChar char="-"/>
            </a:pPr>
            <a:r>
              <a:rPr lang="en-US" sz="2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Foydalanuvchidan sonni taxmin qilib ko’rishni so’rasin</a:t>
            </a:r>
          </a:p>
          <a:p>
            <a:pPr marL="285750" indent="-285750" algn="ctr">
              <a:buFontTx/>
              <a:buChar char="-"/>
            </a:pPr>
            <a:r>
              <a:rPr lang="en-US" sz="2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Kiritilgan songa qarab 2 xil javob qaytarilsin:</a:t>
            </a:r>
          </a:p>
          <a:p>
            <a:pPr algn="ctr"/>
            <a:endParaRPr lang="en-US" sz="2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1.”Kiritgan soningiz kompyuter o’ylagan sondan katta”</a:t>
            </a:r>
          </a:p>
          <a:p>
            <a:pPr algn="ctr"/>
            <a:r>
              <a:rPr lang="en-US" sz="2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2.”Kiritgan soningiz kompyuter o’ylagan sondan kichik”</a:t>
            </a:r>
          </a:p>
          <a:p>
            <a:pPr algn="ctr"/>
            <a:endParaRPr lang="en-US" sz="2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- Dastur tasodifiy son topilguncha davom etsin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1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DD780B-5FBF-4328-9C45-E6D312CAC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194" y="604982"/>
            <a:ext cx="9099612" cy="564803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4424776-BDE1-4DDB-A779-AA647D1ABC50}"/>
              </a:ext>
            </a:extLst>
          </p:cNvPr>
          <p:cNvSpPr/>
          <p:nvPr/>
        </p:nvSpPr>
        <p:spPr>
          <a:xfrm>
            <a:off x="6161103" y="2485748"/>
            <a:ext cx="3329126" cy="1127464"/>
          </a:xfrm>
          <a:prstGeom prst="rect">
            <a:avLst/>
          </a:prstGeom>
          <a:solidFill>
            <a:srgbClr val="FFE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Endi nima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CEB39E6-ACCE-475D-84EC-C863D210B6B4}"/>
              </a:ext>
            </a:extLst>
          </p:cNvPr>
          <p:cNvSpPr/>
          <p:nvPr/>
        </p:nvSpPr>
        <p:spPr>
          <a:xfrm>
            <a:off x="6528816" y="3502152"/>
            <a:ext cx="2679192" cy="1238524"/>
          </a:xfrm>
          <a:prstGeom prst="rect">
            <a:avLst/>
          </a:prstGeom>
          <a:solidFill>
            <a:srgbClr val="FFE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qilaman?</a:t>
            </a:r>
          </a:p>
        </p:txBody>
      </p:sp>
    </p:spTree>
    <p:extLst>
      <p:ext uri="{BB962C8B-B14F-4D97-AF65-F5344CB8AC3E}">
        <p14:creationId xmlns:p14="http://schemas.microsoft.com/office/powerpoint/2010/main" val="158837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Foydali manbalar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E7EC65C-F78E-4149-86FB-40583EABA52B}"/>
              </a:ext>
            </a:extLst>
          </p:cNvPr>
          <p:cNvSpPr/>
          <p:nvPr/>
        </p:nvSpPr>
        <p:spPr>
          <a:xfrm>
            <a:off x="1426345" y="1819923"/>
            <a:ext cx="9339309" cy="4261282"/>
          </a:xfrm>
          <a:prstGeom prst="roundRect">
            <a:avLst/>
          </a:prstGeom>
          <a:solidFill>
            <a:srgbClr val="F2A13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sz="4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Qudrat Abdurahimovning masalalar to’plami</a:t>
            </a:r>
            <a:r>
              <a:rPr lang="ru-RU" sz="4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endParaRPr lang="en-US" sz="4000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4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2.Hackerrank.com </a:t>
            </a:r>
          </a:p>
          <a:p>
            <a:pPr algn="ctr"/>
            <a:r>
              <a:rPr lang="en-US" sz="4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3.Leetcode.com</a:t>
            </a:r>
          </a:p>
          <a:p>
            <a:pPr algn="ctr"/>
            <a:r>
              <a:rPr lang="en-US" sz="4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4.w3resource.com dagi Python masalalar</a:t>
            </a:r>
          </a:p>
        </p:txBody>
      </p:sp>
    </p:spTree>
    <p:extLst>
      <p:ext uri="{BB962C8B-B14F-4D97-AF65-F5344CB8AC3E}">
        <p14:creationId xmlns:p14="http://schemas.microsoft.com/office/powerpoint/2010/main" val="318598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>
              <a:solidFill>
                <a:srgbClr val="0070C0"/>
              </a:solidFill>
            </a:endParaRPr>
          </a:p>
          <a:p>
            <a:endParaRPr lang="en-US" b="1" noProof="1">
              <a:solidFill>
                <a:srgbClr val="0070C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71344B-F19E-47A2-AF29-F7C45EA66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30" y="967666"/>
            <a:ext cx="4766199" cy="47661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E02EDD-B893-4E0C-9B4F-FA8038718E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903" y="-11686"/>
            <a:ext cx="5343896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D842B1A-D219-4C7F-B736-818159107AFC}"/>
              </a:ext>
            </a:extLst>
          </p:cNvPr>
          <p:cNvSpPr/>
          <p:nvPr/>
        </p:nvSpPr>
        <p:spPr>
          <a:xfrm>
            <a:off x="754602" y="967666"/>
            <a:ext cx="4572000" cy="426128"/>
          </a:xfrm>
          <a:prstGeom prst="rect">
            <a:avLst/>
          </a:prstGeom>
          <a:solidFill>
            <a:srgbClr val="0209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Yana mashqlarmi??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6DF9B86-2183-4827-85FA-6CC15EDE2B42}"/>
              </a:ext>
            </a:extLst>
          </p:cNvPr>
          <p:cNvSpPr/>
          <p:nvPr/>
        </p:nvSpPr>
        <p:spPr>
          <a:xfrm>
            <a:off x="6223247" y="0"/>
            <a:ext cx="5130552" cy="630315"/>
          </a:xfrm>
          <a:prstGeom prst="rect">
            <a:avLst/>
          </a:prstGeom>
          <a:solidFill>
            <a:srgbClr val="6561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Ko’proq mashqlar, yana mashq berilaar)</a:t>
            </a:r>
          </a:p>
        </p:txBody>
      </p:sp>
    </p:spTree>
    <p:extLst>
      <p:ext uri="{BB962C8B-B14F-4D97-AF65-F5344CB8AC3E}">
        <p14:creationId xmlns:p14="http://schemas.microsoft.com/office/powerpoint/2010/main" val="13407443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3561</TotalTime>
  <Words>95</Words>
  <Application>Microsoft Office PowerPoint</Application>
  <PresentationFormat>Широкоэкранный</PresentationFormat>
  <Paragraphs>23</Paragraphs>
  <Slides>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O’yin shartlari</vt:lpstr>
      <vt:lpstr>Презентация PowerPoint</vt:lpstr>
      <vt:lpstr>Foydali manbalar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206</cp:revision>
  <dcterms:created xsi:type="dcterms:W3CDTF">2021-01-26T11:27:43Z</dcterms:created>
  <dcterms:modified xsi:type="dcterms:W3CDTF">2021-06-05T07:06:38Z</dcterms:modified>
</cp:coreProperties>
</file>