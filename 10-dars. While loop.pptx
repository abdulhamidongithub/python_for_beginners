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314" r:id="rId4"/>
    <p:sldId id="316" r:id="rId5"/>
    <p:sldId id="320" r:id="rId6"/>
    <p:sldId id="309" r:id="rId7"/>
    <p:sldId id="317" r:id="rId8"/>
    <p:sldId id="260" r:id="rId9"/>
    <p:sldId id="318" r:id="rId10"/>
    <p:sldId id="321" r:id="rId11"/>
    <p:sldId id="259" r:id="rId12"/>
    <p:sldId id="31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719"/>
    <a:srgbClr val="452713"/>
    <a:srgbClr val="FFFFFF"/>
    <a:srgbClr val="665B51"/>
    <a:srgbClr val="DAD7CC"/>
    <a:srgbClr val="919286"/>
    <a:srgbClr val="3E4B67"/>
    <a:srgbClr val="000000"/>
    <a:srgbClr val="FBFBFB"/>
    <a:srgbClr val="1019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53025-8E8F-4834-8C04-85DDDC2EE15E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8193D-1F70-4C97-8F26-36A8D20076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63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030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402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945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737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916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8193D-1F70-4C97-8F26-36A8D200762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37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BF08B-00DD-4393-879F-1237413E88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223B8F-C6F9-4738-8C97-2D2328FF5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EB1AA-FCC3-4A74-B11B-FA674576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85F0F7-2FE9-4799-B492-6D7C9CBE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A16FAD-5BC4-4D77-AA3C-FBD60600E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316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23D27-E746-4A1A-BE2F-F819E1638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C49A60-4936-4321-B1FF-EF8C8080D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5B37E-E4FB-439A-941E-7EE0817E3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7B2D35-8490-4E57-A29D-2FAD5ABF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E93C94-A7F2-4B4C-AB75-FE25C1DB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15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21D69-2657-46D2-B8A9-A3680EC68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30EBAE-2BBE-47E7-AD82-88DA0AC9E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73437F-00AF-4473-9DDA-5A0486E58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42003C-7A5E-4892-BCA6-5F8B65E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5236A-4D87-4848-A5BD-580576E32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2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79C95-050C-46B4-8854-DBBB238B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501085-0FF2-43BD-8A95-9616340A1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08F9D3-C9A1-4792-BEA8-81D2ABB5E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8C345-FF23-4CB7-B751-DF802A4D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D1FEF7-951F-4079-AFFC-207D8D42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1E5131C-A473-4A9E-B9AF-3F6776E2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A7748-E3F3-4C74-83B7-6C502EDC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E5A719-ABE2-4248-8BA8-54786A97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3FE61D-73F0-4589-8E1A-FC760A0F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61405B-A1FF-4AF1-A945-29F41C2A3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CE693E-DD47-4E42-813E-6F936DECE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FB5C-39BD-460C-A6A7-06904E04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B7EDC0-B71F-479F-86AF-7352042D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EAE978-D57E-4FBC-8A17-43578086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92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1F87-B12D-4EED-BA84-50147BD3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ED643E-2695-40B7-8AD2-68EE0C97D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D163A1-1D28-4C06-9F3A-E07842CC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24879F-803F-4247-ADDD-698517912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65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20DB330-28EB-484F-AB87-5F21BD61B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1CF81AE-3647-4A29-9252-59B6DF1F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3767E3-0B56-43F6-BF94-AA40797B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4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94F9A-497F-4977-9E93-A2E57EAC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25544A-1015-43BB-98E2-72AE4BED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6225B7E-CE30-4CCF-A7E6-BA432C857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4D04B5-C55D-4445-ADB0-EE94BD7C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A8F3BE-6253-4789-ACD4-74D54DDA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D55794-27B0-45E3-8CED-C231DD85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0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0A44E-222F-4CD8-968A-9B9A8237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085646-1D27-4014-86EA-A6488D453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15D722-991B-46A6-9E57-8398F87A7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45AC8D-12FB-46CB-A4A5-3F24874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288DF6-3506-4096-B65C-551E090D9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D4FEEB-A3A7-47D1-894D-7C9A2466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8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761E8-DBB4-4067-A064-B9849118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7C9F05-B935-409A-AF70-CC63213E8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7231EB-A09D-4F0D-B084-A4FF5691E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891726-6822-4763-9199-A496191A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C043A3-8D1A-4DD1-83F2-25AEBD050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6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B8B8D1-6DB4-46F4-BA7A-28F2F03EE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7DD97F-34C1-48CB-95EE-5E5EF1C59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96001E-3E8F-42F0-92FA-C0FC32D17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56BF3-15F6-40D4-A3B3-0A6C6B76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F35F84-A6B1-4AFD-9EA6-7C0BCC8A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844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AE934-63FD-4AD2-AA77-0141EA12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7AE77F-F8D8-4D86-9E3B-940DCBABA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82924D-6BFD-4A78-99BD-66448940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35BF7-E6F2-43E3-83B0-7EA589B5F9DB}" type="datetimeFigureOut">
              <a:rPr lang="ru-RU" smtClean="0"/>
              <a:t>15.06.2021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17AD77-F473-4BDF-A3F4-78FED4F79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BBAD-4DAD-487E-B903-1E28293CC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1F7DE-0683-4D98-BF20-E579D99C03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57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52697F-EE34-456F-834B-103082437C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noProof="1"/>
              <a:t>10-dars</a:t>
            </a:r>
          </a:p>
          <a:p>
            <a:r>
              <a:rPr lang="en-US" sz="4400" b="1" noProof="1"/>
              <a:t>While loop</a:t>
            </a:r>
          </a:p>
        </p:txBody>
      </p:sp>
      <p:pic>
        <p:nvPicPr>
          <p:cNvPr id="4" name="logoPNG.png" descr="logoPNG.png">
            <a:extLst>
              <a:ext uri="{FF2B5EF4-FFF2-40B4-BE49-F238E27FC236}">
                <a16:creationId xmlns:a16="http://schemas.microsoft.com/office/drawing/2014/main" id="{61D711D9-D19C-4C63-BEC3-1E84357B9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73" y="633803"/>
            <a:ext cx="7928256" cy="297574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Rectangle">
            <a:extLst>
              <a:ext uri="{FF2B5EF4-FFF2-40B4-BE49-F238E27FC236}">
                <a16:creationId xmlns:a16="http://schemas.microsoft.com/office/drawing/2014/main" id="{A76A65E3-1B5E-4480-BD49-964168D24BD1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E336C90A-BDF3-47C5-AA99-358CBDAC3790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9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B83BB6-D9E8-4E8D-B2FC-90E97DCC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noProof="1">
                <a:solidFill>
                  <a:srgbClr val="0070C0"/>
                </a:solidFill>
              </a:rPr>
              <a:t>Dars rejasi: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B63D4AC-583B-40F8-8A2B-774788E098B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AFCCF7A-27FC-4447-AA17-686E0290988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616841-1966-4591-BC84-63C8BDD64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48" y="1249285"/>
            <a:ext cx="10515600" cy="5017784"/>
          </a:xfrm>
          <a:prstGeom prst="rect">
            <a:avLst/>
          </a:prstGeom>
          <a:solidFill>
            <a:srgbClr val="FFF7EB"/>
          </a:solidFill>
          <a:ln w="12700">
            <a:solidFill>
              <a:srgbClr val="F9A75E"/>
            </a:solidFill>
            <a:miter lim="800000"/>
            <a:headEnd/>
            <a:tailEnd/>
          </a:ln>
        </p:spPr>
        <p:txBody>
          <a:bodyPr vert="horz" wrap="square" lIns="182880" tIns="91440" rIns="182880" bIns="91440" numCol="1" rtlCol="0" anchor="t" anchorCtr="0" compatLnSpc="1">
            <a:prstTxWarp prst="textNoShape">
              <a:avLst/>
            </a:prstTxWarp>
            <a:spAutoFit/>
          </a:bodyPr>
          <a:lstStyle>
            <a:lvl1pPr marL="7985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Clr>
                <a:srgbClr val="4E87C6"/>
              </a:buClr>
              <a:buFont typeface="Wingdings" panose="05000000000000000000" pitchFamily="2" charset="2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1712913" indent="-798513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Char char="•"/>
              <a:defRPr sz="20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37115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544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397375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8545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117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89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6175" indent="-2286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10.1</a:t>
            </a:r>
            <a:r>
              <a:rPr lang="en-US" altLang="ko-KR" sz="2800" dirty="0">
                <a:ea typeface="Times New Roman" panose="02020603050405020304" pitchFamily="18" charset="0"/>
                <a:cs typeface="Arial" panose="020B0604020202020204" pitchFamily="34" charset="0"/>
              </a:rPr>
              <a:t> 	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while loop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dirty="0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10.2</a:t>
            </a:r>
            <a:r>
              <a:rPr lang="en-US" altLang="ko-KR" sz="3200" dirty="0"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Cheksiz ishlaydigan while loop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10.3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 while bilan else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10.4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 for bilan else 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10.5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Mashqlar</a:t>
            </a:r>
          </a:p>
          <a:p>
            <a:pPr marL="0" indent="0" eaLnBrk="1" hangingPunct="1">
              <a:lnSpc>
                <a:spcPct val="85000"/>
              </a:lnSpc>
              <a:buNone/>
            </a:pPr>
            <a:r>
              <a:rPr lang="en-US" altLang="ko-KR" sz="3200" noProof="1">
                <a:solidFill>
                  <a:srgbClr val="B3B366"/>
                </a:solidFill>
                <a:ea typeface="Times New Roman" panose="02020603050405020304" pitchFamily="18" charset="0"/>
                <a:cs typeface="Goudy Sans Medium"/>
              </a:rPr>
              <a:t>10.6</a:t>
            </a:r>
            <a:r>
              <a:rPr lang="en-US" altLang="ko-KR" sz="3200" noProof="1">
                <a:ea typeface="Times New Roman" panose="02020603050405020304" pitchFamily="18" charset="0"/>
                <a:cs typeface="Arial" panose="020B0604020202020204" pitchFamily="34" charset="0"/>
              </a:rPr>
              <a:t> 	Vazifa</a:t>
            </a: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3200" noProof="1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None/>
            </a:pPr>
            <a:endParaRPr lang="en-US" altLang="ko-KR" sz="2200" dirty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ko-KR" sz="2200" dirty="0">
                <a:solidFill>
                  <a:srgbClr val="504A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0468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10.1 </a:t>
            </a:r>
            <a:r>
              <a:rPr lang="en-US" b="1" noProof="1">
                <a:solidFill>
                  <a:srgbClr val="0070C0"/>
                </a:solidFill>
              </a:rPr>
              <a:t>while loop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EC6A8BB-6B5B-4DF1-B830-C011C782EC4B}"/>
              </a:ext>
            </a:extLst>
          </p:cNvPr>
          <p:cNvSpPr/>
          <p:nvPr/>
        </p:nvSpPr>
        <p:spPr>
          <a:xfrm>
            <a:off x="293512" y="1715117"/>
            <a:ext cx="4172505" cy="3011179"/>
          </a:xfrm>
          <a:prstGeom prst="roundRect">
            <a:avLst/>
          </a:prstGeom>
          <a:solidFill>
            <a:srgbClr val="F2A1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Biron shart to’g’riligi davomida dastur takror-takror ishlashini ta’minlashda while loopdan foydalanamiz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9FDB70D-D4A9-4BCE-9F1D-3D296EAE3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620" y="1436534"/>
            <a:ext cx="7351867" cy="3568345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0857A3D-369C-4880-9766-12C473C4509E}"/>
              </a:ext>
            </a:extLst>
          </p:cNvPr>
          <p:cNvSpPr/>
          <p:nvPr/>
        </p:nvSpPr>
        <p:spPr>
          <a:xfrm>
            <a:off x="5086905" y="4358936"/>
            <a:ext cx="6266895" cy="106532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1F9BC36-2279-492A-953B-A41B31F84803}"/>
              </a:ext>
            </a:extLst>
          </p:cNvPr>
          <p:cNvSpPr/>
          <p:nvPr/>
        </p:nvSpPr>
        <p:spPr>
          <a:xfrm>
            <a:off x="11176986" y="2281561"/>
            <a:ext cx="176814" cy="2139519"/>
          </a:xfrm>
          <a:prstGeom prst="rect">
            <a:avLst/>
          </a:prstGeom>
          <a:solidFill>
            <a:srgbClr val="1019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BECBFB42-8F9B-4205-AF8E-40F8EA9D3658}"/>
              </a:ext>
            </a:extLst>
          </p:cNvPr>
          <p:cNvSpPr/>
          <p:nvPr/>
        </p:nvSpPr>
        <p:spPr>
          <a:xfrm>
            <a:off x="5665785" y="5421466"/>
            <a:ext cx="5113538" cy="11363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Bu yerda i &lt; 10 sharti to’g’riligi davomida dastur takror ishladi, noto’g’ri bo’lganida to’xtadi  </a:t>
            </a:r>
          </a:p>
        </p:txBody>
      </p:sp>
    </p:spTree>
    <p:extLst>
      <p:ext uri="{BB962C8B-B14F-4D97-AF65-F5344CB8AC3E}">
        <p14:creationId xmlns:p14="http://schemas.microsoft.com/office/powerpoint/2010/main" val="373761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10.1 </a:t>
            </a:r>
            <a:r>
              <a:rPr lang="en-US" b="1" noProof="1">
                <a:solidFill>
                  <a:srgbClr val="0070C0"/>
                </a:solidFill>
              </a:rPr>
              <a:t>while loop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A32BE5-4005-4AF0-B28D-1758CFCB6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285875"/>
            <a:ext cx="1028700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8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39D4D-EF5A-452F-BACB-CC71A7AD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7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10.1 </a:t>
            </a:r>
            <a:r>
              <a:rPr lang="en-US" b="1" noProof="1">
                <a:solidFill>
                  <a:srgbClr val="0070C0"/>
                </a:solidFill>
              </a:rPr>
              <a:t>while loop</a:t>
            </a: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3844D788-637A-4825-B2C3-729AA5655558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4827F1E2-2F1F-459C-8380-2D8B68ADADD6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C4D7B5-A556-425D-92BD-EA95234D4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097279"/>
            <a:ext cx="10972801" cy="5760721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75A2AD4-8957-4D7E-A132-31EB122CF180}"/>
              </a:ext>
            </a:extLst>
          </p:cNvPr>
          <p:cNvSpPr/>
          <p:nvPr/>
        </p:nvSpPr>
        <p:spPr>
          <a:xfrm>
            <a:off x="1109707" y="5282213"/>
            <a:ext cx="9880847" cy="221942"/>
          </a:xfrm>
          <a:prstGeom prst="round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251FF5EF-75AA-402D-93AB-6E0D86035F7D}"/>
              </a:ext>
            </a:extLst>
          </p:cNvPr>
          <p:cNvSpPr/>
          <p:nvPr/>
        </p:nvSpPr>
        <p:spPr>
          <a:xfrm>
            <a:off x="10937289" y="1970843"/>
            <a:ext cx="97655" cy="3693110"/>
          </a:xfrm>
          <a:prstGeom prst="roundRect">
            <a:avLst/>
          </a:prstGeom>
          <a:solidFill>
            <a:srgbClr val="161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8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10.2 </a:t>
            </a:r>
            <a:r>
              <a:rPr lang="en-US" b="1" noProof="1">
                <a:solidFill>
                  <a:srgbClr val="0070C0"/>
                </a:solidFill>
              </a:rPr>
              <a:t>Cheksiz ishlaydigan while loop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C99F5FA-9E5D-4344-BB7D-786ACB92DEA4}"/>
              </a:ext>
            </a:extLst>
          </p:cNvPr>
          <p:cNvSpPr/>
          <p:nvPr/>
        </p:nvSpPr>
        <p:spPr>
          <a:xfrm>
            <a:off x="4172505" y="5086906"/>
            <a:ext cx="939631" cy="204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2A50BB-0B65-4222-B069-DDF1F5A3E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968" y="886657"/>
            <a:ext cx="7810500" cy="29718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46E8D53-DDBD-4FB5-B2AF-BC50C33B0F89}"/>
              </a:ext>
            </a:extLst>
          </p:cNvPr>
          <p:cNvSpPr/>
          <p:nvPr/>
        </p:nvSpPr>
        <p:spPr>
          <a:xfrm>
            <a:off x="2815939" y="2706025"/>
            <a:ext cx="6631619" cy="1065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206F2A2-AD9F-4CBA-AFD7-6AF987137EA8}"/>
              </a:ext>
            </a:extLst>
          </p:cNvPr>
          <p:cNvSpPr/>
          <p:nvPr/>
        </p:nvSpPr>
        <p:spPr>
          <a:xfrm>
            <a:off x="9401452" y="1764992"/>
            <a:ext cx="168676" cy="104756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2C82A5F-738B-4786-BFB5-CA9356CD88B3}"/>
              </a:ext>
            </a:extLst>
          </p:cNvPr>
          <p:cNvSpPr/>
          <p:nvPr/>
        </p:nvSpPr>
        <p:spPr>
          <a:xfrm>
            <a:off x="473421" y="3858457"/>
            <a:ext cx="2979199" cy="1325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Kodimiz qaysidir shartda to’xtashini istasak if va break dan foydalanamiz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AB5AEA3-8811-487C-A916-1742474B4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308" y="3372018"/>
            <a:ext cx="7110273" cy="3451084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E0CC40-9198-4D2D-BEE1-3B7F6AB09902}"/>
              </a:ext>
            </a:extLst>
          </p:cNvPr>
          <p:cNvSpPr/>
          <p:nvPr/>
        </p:nvSpPr>
        <p:spPr>
          <a:xfrm>
            <a:off x="2277968" y="3372018"/>
            <a:ext cx="1719340" cy="486439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8313E4A-9D4C-4F69-AED2-B64B0F4ACB9B}"/>
              </a:ext>
            </a:extLst>
          </p:cNvPr>
          <p:cNvSpPr/>
          <p:nvPr/>
        </p:nvSpPr>
        <p:spPr>
          <a:xfrm>
            <a:off x="4483223" y="6205491"/>
            <a:ext cx="6116715" cy="9765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F92BF0D-1123-48A6-A496-FCDF1D0C5D5F}"/>
              </a:ext>
            </a:extLst>
          </p:cNvPr>
          <p:cNvSpPr/>
          <p:nvPr/>
        </p:nvSpPr>
        <p:spPr>
          <a:xfrm>
            <a:off x="10440140" y="4172421"/>
            <a:ext cx="159798" cy="21307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015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>
            <a:extLst>
              <a:ext uri="{FF2B5EF4-FFF2-40B4-BE49-F238E27FC236}">
                <a16:creationId xmlns:a16="http://schemas.microsoft.com/office/drawing/2014/main" id="{89BE43B3-A607-4E8D-8580-481575D39B26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9FA76FF3-8C0F-4C7C-AD3F-C503D9D9EC13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39" name="Заголовок 1">
            <a:extLst>
              <a:ext uri="{FF2B5EF4-FFF2-40B4-BE49-F238E27FC236}">
                <a16:creationId xmlns:a16="http://schemas.microsoft.com/office/drawing/2014/main" id="{558B5D14-9C6B-4F55-9A26-859ACADC25B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10.3 </a:t>
            </a:r>
            <a:r>
              <a:rPr lang="en-US" b="1" noProof="1">
                <a:solidFill>
                  <a:srgbClr val="0070C0"/>
                </a:solidFill>
              </a:rPr>
              <a:t>while bilan else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FED8C6A-1969-4E83-A0FC-D1EEDA658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7492" y="1208691"/>
            <a:ext cx="7810500" cy="5076825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B6CE2C5-5AD6-4F60-9CF5-5F4018B28B89}"/>
              </a:ext>
            </a:extLst>
          </p:cNvPr>
          <p:cNvSpPr/>
          <p:nvPr/>
        </p:nvSpPr>
        <p:spPr>
          <a:xfrm>
            <a:off x="378407" y="2695963"/>
            <a:ext cx="3284189" cy="2102280"/>
          </a:xfrm>
          <a:prstGeom prst="roundRect">
            <a:avLst/>
          </a:prstGeom>
          <a:solidFill>
            <a:srgbClr val="F2A13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dan chiqishi bilanoq else ning ichidagi kod ishlaydi</a:t>
            </a:r>
          </a:p>
        </p:txBody>
      </p:sp>
    </p:spTree>
    <p:extLst>
      <p:ext uri="{BB962C8B-B14F-4D97-AF65-F5344CB8AC3E}">
        <p14:creationId xmlns:p14="http://schemas.microsoft.com/office/powerpoint/2010/main" val="3298018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10.4 </a:t>
            </a:r>
            <a:r>
              <a:rPr lang="en-US" b="1" noProof="1">
                <a:solidFill>
                  <a:srgbClr val="0070C0"/>
                </a:solidFill>
              </a:rPr>
              <a:t>for bilan else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862B6D-408D-49F4-92B9-DC0BFAD1B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997" y="910883"/>
            <a:ext cx="9343779" cy="504792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6EB283C-823C-45C7-9B73-1E8D26DCC9CF}"/>
              </a:ext>
            </a:extLst>
          </p:cNvPr>
          <p:cNvSpPr/>
          <p:nvPr/>
        </p:nvSpPr>
        <p:spPr>
          <a:xfrm>
            <a:off x="2095130" y="5122416"/>
            <a:ext cx="7945515" cy="13316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1AF6EA5-34EE-4231-85BE-815520BC7799}"/>
              </a:ext>
            </a:extLst>
          </p:cNvPr>
          <p:cNvSpPr/>
          <p:nvPr/>
        </p:nvSpPr>
        <p:spPr>
          <a:xfrm>
            <a:off x="9934113" y="1961965"/>
            <a:ext cx="162757" cy="31604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78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8E401F1-6591-4BC1-AADE-18AC56E71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59" y="201378"/>
            <a:ext cx="10305479" cy="5411184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8AEFA54-F4D7-4897-955F-3E84202A6B0F}"/>
              </a:ext>
            </a:extLst>
          </p:cNvPr>
          <p:cNvSpPr/>
          <p:nvPr/>
        </p:nvSpPr>
        <p:spPr>
          <a:xfrm>
            <a:off x="2299317" y="5612562"/>
            <a:ext cx="7990633" cy="86060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Endi for va while looplarni ishlata olasiz</a:t>
            </a:r>
          </a:p>
        </p:txBody>
      </p:sp>
    </p:spTree>
    <p:extLst>
      <p:ext uri="{BB962C8B-B14F-4D97-AF65-F5344CB8AC3E}">
        <p14:creationId xmlns:p14="http://schemas.microsoft.com/office/powerpoint/2010/main" val="1114748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81" y="-11686"/>
            <a:ext cx="10233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33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D413824-3B14-47EF-A14C-72CEB66EEB4C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70C0"/>
                </a:solidFill>
              </a:rPr>
              <a:t>10.5 </a:t>
            </a:r>
            <a:r>
              <a:rPr lang="en-US" b="1" noProof="1">
                <a:solidFill>
                  <a:srgbClr val="0070C0"/>
                </a:solidFill>
              </a:rPr>
              <a:t>Mashqlar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8254AA1F-D63A-401E-AEED-3C7416510EE7}"/>
              </a:ext>
            </a:extLst>
          </p:cNvPr>
          <p:cNvSpPr/>
          <p:nvPr/>
        </p:nvSpPr>
        <p:spPr>
          <a:xfrm>
            <a:off x="1740023" y="1137157"/>
            <a:ext cx="8975324" cy="457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eriod"/>
            </a:pPr>
            <a:r>
              <a:rPr lang="en-US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 5 marta son kiritsin. Son manfiy bo’lsa ‘Manfiy son kiritdingiz’ deb while loop dan chiqib ketsin. Manfiy son yo’q bo’lsa, ‘Manfiy son kiritilmadi’ deb dasturni tugatsin.</a:t>
            </a:r>
          </a:p>
          <a:p>
            <a:pPr marL="342900" indent="-342900" algn="ctr">
              <a:buAutoNum type="arabicPeriod"/>
            </a:pPr>
            <a:r>
              <a:rPr lang="en-US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Kiritilgan sonning necha xonali ekanini aniqlaydigan dastur tuzamiz.</a:t>
            </a:r>
          </a:p>
          <a:p>
            <a:pPr algn="ctr"/>
            <a:r>
              <a:rPr lang="en-US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3. Foydalanuvchi tasodifiy sonni topguncha ishlaydigan while loop tuzing.</a:t>
            </a:r>
          </a:p>
        </p:txBody>
      </p:sp>
    </p:spTree>
    <p:extLst>
      <p:ext uri="{BB962C8B-B14F-4D97-AF65-F5344CB8AC3E}">
        <p14:creationId xmlns:p14="http://schemas.microsoft.com/office/powerpoint/2010/main" val="363346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>
            <a:extLst>
              <a:ext uri="{FF2B5EF4-FFF2-40B4-BE49-F238E27FC236}">
                <a16:creationId xmlns:a16="http://schemas.microsoft.com/office/drawing/2014/main" id="{FE0391D4-B7A3-4EF2-A26B-B021E978C360}"/>
              </a:ext>
            </a:extLst>
          </p:cNvPr>
          <p:cNvSpPr/>
          <p:nvPr/>
        </p:nvSpPr>
        <p:spPr>
          <a:xfrm>
            <a:off x="0" y="-11686"/>
            <a:ext cx="293512" cy="6869686"/>
          </a:xfrm>
          <a:prstGeom prst="rect">
            <a:avLst/>
          </a:prstGeom>
          <a:solidFill>
            <a:srgbClr val="1D537C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78C4F440-B2A8-4DC6-9E27-192BEEA3F27C}"/>
              </a:ext>
            </a:extLst>
          </p:cNvPr>
          <p:cNvSpPr/>
          <p:nvPr/>
        </p:nvSpPr>
        <p:spPr>
          <a:xfrm>
            <a:off x="11898487" y="0"/>
            <a:ext cx="293513" cy="6869686"/>
          </a:xfrm>
          <a:prstGeom prst="rect">
            <a:avLst/>
          </a:prstGeom>
          <a:solidFill>
            <a:srgbClr val="F2A13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44548CA7-F646-4CD3-92F0-0E71C7EEF7B4}"/>
              </a:ext>
            </a:extLst>
          </p:cNvPr>
          <p:cNvSpPr txBox="1">
            <a:spLocks/>
          </p:cNvSpPr>
          <p:nvPr/>
        </p:nvSpPr>
        <p:spPr>
          <a:xfrm>
            <a:off x="838199" y="-1168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solidFill>
                <a:srgbClr val="0070C0"/>
              </a:solidFill>
            </a:endParaRPr>
          </a:p>
          <a:p>
            <a:endParaRPr lang="en-US" b="1" noProof="1">
              <a:solidFill>
                <a:srgbClr val="0070C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551729-BAD3-40B7-80AD-6FCDC841C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311" y="1099184"/>
            <a:ext cx="7175377" cy="5381532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AABCB86-A853-4EB9-9C73-B6A24C7CEBEC}"/>
              </a:ext>
            </a:extLst>
          </p:cNvPr>
          <p:cNvSpPr/>
          <p:nvPr/>
        </p:nvSpPr>
        <p:spPr>
          <a:xfrm>
            <a:off x="3746377" y="4856085"/>
            <a:ext cx="4447712" cy="1325563"/>
          </a:xfrm>
          <a:prstGeom prst="roundRect">
            <a:avLst/>
          </a:prstGeom>
          <a:solidFill>
            <a:srgbClr val="452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Darsimiz tugadi!!</a:t>
            </a:r>
          </a:p>
        </p:txBody>
      </p:sp>
    </p:spTree>
    <p:extLst>
      <p:ext uri="{BB962C8B-B14F-4D97-AF65-F5344CB8AC3E}">
        <p14:creationId xmlns:p14="http://schemas.microsoft.com/office/powerpoint/2010/main" val="13407443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3410</TotalTime>
  <Words>147</Words>
  <Application>Microsoft Office PowerPoint</Application>
  <PresentationFormat>Широкоэкранный</PresentationFormat>
  <Paragraphs>34</Paragraphs>
  <Slides>12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Goudy Sans Medium</vt:lpstr>
      <vt:lpstr>Helvetica Neue Medium</vt:lpstr>
      <vt:lpstr>Times New Roman</vt:lpstr>
      <vt:lpstr>Wingdings</vt:lpstr>
      <vt:lpstr>Тема Office</vt:lpstr>
      <vt:lpstr>Презентация PowerPoint</vt:lpstr>
      <vt:lpstr>Dars rejasi:</vt:lpstr>
      <vt:lpstr>10.1 while loop</vt:lpstr>
      <vt:lpstr>10.1 while loop</vt:lpstr>
      <vt:lpstr>10.1 while loop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User</cp:lastModifiedBy>
  <cp:revision>192</cp:revision>
  <dcterms:created xsi:type="dcterms:W3CDTF">2021-01-26T11:27:43Z</dcterms:created>
  <dcterms:modified xsi:type="dcterms:W3CDTF">2021-06-15T08:18:50Z</dcterms:modified>
</cp:coreProperties>
</file>