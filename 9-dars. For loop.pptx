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314" r:id="rId4"/>
    <p:sldId id="320" r:id="rId5"/>
    <p:sldId id="316" r:id="rId6"/>
    <p:sldId id="315" r:id="rId7"/>
    <p:sldId id="309" r:id="rId8"/>
    <p:sldId id="317" r:id="rId9"/>
    <p:sldId id="260" r:id="rId10"/>
    <p:sldId id="322" r:id="rId11"/>
    <p:sldId id="318" r:id="rId12"/>
    <p:sldId id="319" r:id="rId13"/>
    <p:sldId id="259" r:id="rId14"/>
    <p:sldId id="262" r:id="rId15"/>
    <p:sldId id="31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B366"/>
    <a:srgbClr val="0D1021"/>
    <a:srgbClr val="10192A"/>
    <a:srgbClr val="FFFFFF"/>
    <a:srgbClr val="000000"/>
    <a:srgbClr val="ACA299"/>
    <a:srgbClr val="141A16"/>
    <a:srgbClr val="161D16"/>
    <a:srgbClr val="996454"/>
    <a:srgbClr val="F7F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3025-8E8F-4834-8C04-85DDDC2EE15E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193D-1F70-4C97-8F26-36A8D20076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030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402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945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377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379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253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F08B-00DD-4393-879F-1237413E8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223B8F-C6F9-4738-8C97-2D2328FF5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EB1AA-FCC3-4A74-B11B-FA674576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5F0F7-2FE9-4799-B492-6D7C9CB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6FAD-5BC4-4D77-AA3C-FBD6060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3D27-E746-4A1A-BE2F-F819E163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49A60-4936-4321-B1FF-EF8C8080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5B37E-E4FB-439A-941E-7EE0817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B2D35-8490-4E57-A29D-2FAD5ABF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93C94-A7F2-4B4C-AB75-FE25C1D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69-2657-46D2-B8A9-A3680EC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EBAE-2BBE-47E7-AD82-88DA0AC9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73437F-00AF-4473-9DDA-5A0486E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2003C-7A5E-4892-BCA6-5F8B65E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5236A-4D87-4848-A5BD-580576E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2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9C95-050C-46B4-8854-DBBB23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01085-0FF2-43BD-8A95-9616340A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08F9D3-C9A1-4792-BEA8-81D2ABB5E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8C345-FF23-4CB7-B751-DF802A4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1FEF7-951F-4079-AFFC-207D8D42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5131C-A473-4A9E-B9AF-3F6776E2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7748-E3F3-4C74-83B7-6C502ED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5A719-ABE2-4248-8BA8-54786A97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FE61D-73F0-4589-8E1A-FC760A0F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61405B-A1FF-4AF1-A945-29F41C2A3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CE693E-DD47-4E42-813E-6F936DEC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FB5C-39BD-460C-A6A7-06904E04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B7EDC0-B71F-479F-86AF-7352042D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AE978-D57E-4FBC-8A17-4357808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9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1F87-B12D-4EED-BA84-50147BD3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ED643E-2695-40B7-8AD2-68EE0C97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63A1-1D28-4C06-9F3A-E07842CC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4879F-803F-4247-ADDD-69851791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0DB330-28EB-484F-AB87-5F21BD61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F81AE-3647-4A29-9252-59B6DF1F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3767E3-0B56-43F6-BF94-AA40797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94F9A-497F-4977-9E93-A2E57EA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5544A-1015-43BB-98E2-72AE4BED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25B7E-CE30-4CCF-A7E6-BA432C85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4D04B5-C55D-4445-ADB0-EE94BD7C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8F3BE-6253-4789-ACD4-74D54DD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55794-27B0-45E3-8CED-C231DD8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0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A44E-222F-4CD8-968A-9B9A8237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085646-1D27-4014-86EA-A6488D45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D722-991B-46A6-9E57-8398F87A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5AC8D-12FB-46CB-A4A5-3F24874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8DF6-3506-4096-B65C-551E090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4FEEB-A3A7-47D1-894D-7C9A2466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1E8-DBB4-4067-A064-B984911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C9F05-B935-409A-AF70-CC63213E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231EB-A09D-4F0D-B084-A4FF5691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91726-6822-4763-9199-A496191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043A3-8D1A-4DD1-83F2-25AEBD0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B8B8D1-6DB4-46F4-BA7A-28F2F03EE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DD97F-34C1-48CB-95EE-5E5EF1C5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96001E-3E8F-42F0-92FA-C0FC32D1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56BF3-15F6-40D4-A3B3-0A6C6B7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F35F84-A6B1-4AFD-9EA6-7C0BCC8A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E934-63FD-4AD2-AA77-0141EA1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7AE77F-F8D8-4D86-9E3B-940DCBAB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2924D-6BFD-4A78-99BD-66448940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7AD77-F473-4BDF-A3F4-78FED4F79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BBAD-4DAD-487E-B903-1E28293C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52697F-EE34-456F-834B-103082437C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noProof="1"/>
              <a:t>9-dars</a:t>
            </a:r>
          </a:p>
          <a:p>
            <a:r>
              <a:rPr lang="en-US" sz="4400" b="1" noProof="1"/>
              <a:t>For loop</a:t>
            </a:r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61D711D9-D19C-4C63-BEC3-1E84357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633803"/>
            <a:ext cx="7928256" cy="29757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9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83BB6-D9E8-4E8D-B2FC-90E97DCC9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Dars rejasi: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6616841-1966-4591-BC84-63C8BDD64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48" y="1249285"/>
            <a:ext cx="10515600" cy="5608715"/>
          </a:xfrm>
          <a:prstGeom prst="rect">
            <a:avLst/>
          </a:prstGeom>
          <a:solidFill>
            <a:srgbClr val="FFF7EB"/>
          </a:solidFill>
          <a:ln w="12700">
            <a:solidFill>
              <a:srgbClr val="F9A75E"/>
            </a:solidFill>
            <a:miter lim="800000"/>
            <a:headEnd/>
            <a:tailEnd/>
          </a:ln>
        </p:spPr>
        <p:txBody>
          <a:bodyPr vert="horz" wrap="square" lIns="182880" tIns="91440" rIns="182880" bIns="91440" numCol="1" rtlCol="0" anchor="t" anchorCtr="0" compatLnSpc="1">
            <a:prstTxWarp prst="textNoShape">
              <a:avLst/>
            </a:prstTxWarp>
            <a:spAutoFit/>
          </a:bodyPr>
          <a:lstStyle>
            <a:lvl1pPr marL="798513" indent="-798513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Clr>
                <a:srgbClr val="4E87C6"/>
              </a:buClr>
              <a:buFont typeface="Wingdings" panose="05000000000000000000" pitchFamily="2" charset="2"/>
              <a:buChar char="•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1712913" indent="-798513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37115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544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973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545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117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689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261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ko-KR" sz="3200" dirty="0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9.1</a:t>
            </a:r>
            <a:r>
              <a:rPr lang="en-US" altLang="ko-KR" sz="2800" dirty="0">
                <a:ea typeface="Times New Roman" panose="02020603050405020304" pitchFamily="18" charset="0"/>
                <a:cs typeface="Arial" panose="020B0604020202020204" pitchFamily="34" charset="0"/>
              </a:rPr>
              <a:t> 	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Takrorlash operatorlari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9.2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	O’zgaruvchini takror ekranga chiqarish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dirty="0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9.3</a:t>
            </a:r>
            <a:r>
              <a:rPr lang="en-US" altLang="ko-KR" sz="3200" dirty="0"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For loop list, tuple, setlar uchun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9.4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altLang="ko-KR" sz="3200" dirty="0">
                <a:ea typeface="Times New Roman" panose="02020603050405020304" pitchFamily="18" charset="0"/>
                <a:cs typeface="Arial" panose="020B0604020202020204" pitchFamily="34" charset="0"/>
              </a:rPr>
              <a:t>For loop dictionary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uchun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9.5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   For loop string uchun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9.6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	range generatori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9.7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	Nested loop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9.8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   break, continue</a:t>
            </a:r>
          </a:p>
          <a:p>
            <a:pPr marL="0" indent="0" eaLnBrk="1" hangingPunct="1">
              <a:lnSpc>
                <a:spcPct val="85000"/>
              </a:lnSpc>
              <a:buNone/>
            </a:pPr>
            <a:endParaRPr lang="en-US" altLang="ko-KR" sz="22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ko-KR" sz="2200" dirty="0">
                <a:solidFill>
                  <a:srgbClr val="504A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046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97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9.1 </a:t>
            </a:r>
            <a:r>
              <a:rPr lang="en-US" b="1" noProof="1">
                <a:solidFill>
                  <a:srgbClr val="0070C0"/>
                </a:solidFill>
              </a:rPr>
              <a:t>Takrorlash operatorlari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E9B2BF-9B77-46FE-AAF1-7DF8B8E73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2011"/>
            <a:ext cx="10404628" cy="4372761"/>
          </a:xfrm>
        </p:spPr>
        <p:txBody>
          <a:bodyPr/>
          <a:lstStyle/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3AE214A-E110-4C59-8580-0152A71C6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85" y="1522011"/>
            <a:ext cx="3913248" cy="3913248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4609FCA-2559-4D31-A0F1-F783FFE8C9C6}"/>
              </a:ext>
            </a:extLst>
          </p:cNvPr>
          <p:cNvSpPr/>
          <p:nvPr/>
        </p:nvSpPr>
        <p:spPr>
          <a:xfrm>
            <a:off x="497150" y="1704512"/>
            <a:ext cx="1562469" cy="6036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O’zingni takrorlama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DB497F3-A163-46FA-8FFB-30A443F315A8}"/>
              </a:ext>
            </a:extLst>
          </p:cNvPr>
          <p:cNvSpPr/>
          <p:nvPr/>
        </p:nvSpPr>
        <p:spPr>
          <a:xfrm>
            <a:off x="2743640" y="1809566"/>
            <a:ext cx="1466103" cy="6406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O’zingni takrorlama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5EB9412-285E-4613-B3E2-CE44F4864A38}"/>
              </a:ext>
            </a:extLst>
          </p:cNvPr>
          <p:cNvSpPr/>
          <p:nvPr/>
        </p:nvSpPr>
        <p:spPr>
          <a:xfrm>
            <a:off x="683515" y="4102962"/>
            <a:ext cx="1450106" cy="6036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O’zingni takrorlama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7CBAE4C-C498-46E1-83CE-F847C9B85742}"/>
              </a:ext>
            </a:extLst>
          </p:cNvPr>
          <p:cNvSpPr/>
          <p:nvPr/>
        </p:nvSpPr>
        <p:spPr>
          <a:xfrm>
            <a:off x="2722019" y="3641969"/>
            <a:ext cx="1460135" cy="6036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O’zingni takrorlama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4DA3FF5-2918-48DC-9325-455AB1D715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208" y="1083029"/>
            <a:ext cx="7548280" cy="4492147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BB24CD5-06E3-4779-AE10-FBEFECB9FD3B}"/>
              </a:ext>
            </a:extLst>
          </p:cNvPr>
          <p:cNvSpPr/>
          <p:nvPr/>
        </p:nvSpPr>
        <p:spPr>
          <a:xfrm>
            <a:off x="4864963" y="4909351"/>
            <a:ext cx="6521312" cy="133166"/>
          </a:xfrm>
          <a:prstGeom prst="rect">
            <a:avLst/>
          </a:prstGeom>
          <a:solidFill>
            <a:srgbClr val="101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A819A91-EFD3-4709-B25F-50E55D4FC531}"/>
              </a:ext>
            </a:extLst>
          </p:cNvPr>
          <p:cNvSpPr/>
          <p:nvPr/>
        </p:nvSpPr>
        <p:spPr>
          <a:xfrm>
            <a:off x="11242827" y="2006353"/>
            <a:ext cx="110973" cy="2902998"/>
          </a:xfrm>
          <a:prstGeom prst="rect">
            <a:avLst/>
          </a:prstGeom>
          <a:solidFill>
            <a:srgbClr val="101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1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97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9.2 </a:t>
            </a:r>
            <a:r>
              <a:rPr lang="en-US" b="1" noProof="1">
                <a:solidFill>
                  <a:srgbClr val="0070C0"/>
                </a:solidFill>
              </a:rPr>
              <a:t>O’zgaruvchini takror ekranga chiqarish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E9B2BF-9B77-46FE-AAF1-7DF8B8E73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2011"/>
            <a:ext cx="10404628" cy="4372761"/>
          </a:xfrm>
        </p:spPr>
        <p:txBody>
          <a:bodyPr/>
          <a:lstStyle/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5A5D705-975F-465F-A5E9-C6964BB08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291091"/>
            <a:ext cx="10603637" cy="5566909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6AC815D-3EC1-4D65-BC29-A817FB1DA3A9}"/>
              </a:ext>
            </a:extLst>
          </p:cNvPr>
          <p:cNvSpPr/>
          <p:nvPr/>
        </p:nvSpPr>
        <p:spPr>
          <a:xfrm>
            <a:off x="1296140" y="6169981"/>
            <a:ext cx="9623394" cy="88776"/>
          </a:xfrm>
          <a:prstGeom prst="rect">
            <a:avLst/>
          </a:prstGeom>
          <a:solidFill>
            <a:srgbClr val="0D1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E9C4E91-05DF-4AB4-8CA7-46BC5DBBB1D2}"/>
              </a:ext>
            </a:extLst>
          </p:cNvPr>
          <p:cNvSpPr/>
          <p:nvPr/>
        </p:nvSpPr>
        <p:spPr>
          <a:xfrm>
            <a:off x="10786369" y="2112885"/>
            <a:ext cx="133165" cy="4101484"/>
          </a:xfrm>
          <a:prstGeom prst="rect">
            <a:avLst/>
          </a:prstGeom>
          <a:solidFill>
            <a:srgbClr val="0D1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34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97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9.3 </a:t>
            </a:r>
            <a:r>
              <a:rPr lang="en-US" b="1" noProof="1">
                <a:solidFill>
                  <a:srgbClr val="0070C0"/>
                </a:solidFill>
              </a:rPr>
              <a:t>For loop list, tuple, set uchun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BC37FD1-5446-4444-A3D1-461BBD892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78" y="1062712"/>
            <a:ext cx="11038643" cy="5795288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F504B10-9675-4A53-917F-D8CB500CBF49}"/>
              </a:ext>
            </a:extLst>
          </p:cNvPr>
          <p:cNvSpPr/>
          <p:nvPr/>
        </p:nvSpPr>
        <p:spPr>
          <a:xfrm>
            <a:off x="1109709" y="5681709"/>
            <a:ext cx="9934112" cy="1953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602BE06-4AEC-4783-852E-B82046D9A1AE}"/>
              </a:ext>
            </a:extLst>
          </p:cNvPr>
          <p:cNvSpPr/>
          <p:nvPr/>
        </p:nvSpPr>
        <p:spPr>
          <a:xfrm>
            <a:off x="10901779" y="1926454"/>
            <a:ext cx="142042" cy="38688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8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68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9.3 </a:t>
            </a:r>
            <a:r>
              <a:rPr lang="en-US" b="1" noProof="1">
                <a:solidFill>
                  <a:srgbClr val="0070C0"/>
                </a:solidFill>
              </a:rPr>
              <a:t>For loop list, tuple, set uchun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2E606A-D6C2-4B4C-B9F3-33AAA8721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68" y="923278"/>
            <a:ext cx="11304232" cy="5934722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0F02BEA-CF38-49FA-8375-306096D8C969}"/>
              </a:ext>
            </a:extLst>
          </p:cNvPr>
          <p:cNvSpPr/>
          <p:nvPr/>
        </p:nvSpPr>
        <p:spPr>
          <a:xfrm>
            <a:off x="1056443" y="5237825"/>
            <a:ext cx="10200442" cy="14204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148810-996C-41C8-BE88-78B604CE6833}"/>
              </a:ext>
            </a:extLst>
          </p:cNvPr>
          <p:cNvSpPr/>
          <p:nvPr/>
        </p:nvSpPr>
        <p:spPr>
          <a:xfrm>
            <a:off x="11135557" y="1811045"/>
            <a:ext cx="121328" cy="348892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46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>
            <a:extLst>
              <a:ext uri="{FF2B5EF4-FFF2-40B4-BE49-F238E27FC236}">
                <a16:creationId xmlns:a16="http://schemas.microsoft.com/office/drawing/2014/main" id="{89BE43B3-A607-4E8D-8580-481575D39B26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9FA76FF3-8C0F-4C7C-AD3F-C503D9D9EC1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9" name="Заголовок 1">
            <a:extLst>
              <a:ext uri="{FF2B5EF4-FFF2-40B4-BE49-F238E27FC236}">
                <a16:creationId xmlns:a16="http://schemas.microsoft.com/office/drawing/2014/main" id="{558B5D14-9C6B-4F55-9A26-859ACADC25BC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9.4 </a:t>
            </a:r>
            <a:r>
              <a:rPr lang="en-US" b="1" noProof="1">
                <a:solidFill>
                  <a:srgbClr val="0070C0"/>
                </a:solidFill>
              </a:rPr>
              <a:t>For loop dictionary uchun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C99F5FA-9E5D-4344-BB7D-786ACB92DEA4}"/>
              </a:ext>
            </a:extLst>
          </p:cNvPr>
          <p:cNvSpPr/>
          <p:nvPr/>
        </p:nvSpPr>
        <p:spPr>
          <a:xfrm>
            <a:off x="4172505" y="5086906"/>
            <a:ext cx="939631" cy="204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57C1FFB-324C-478B-9603-BC028F728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14" y="997462"/>
            <a:ext cx="11162930" cy="586053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E298914-6A26-490B-9C32-9EBE578F1F59}"/>
              </a:ext>
            </a:extLst>
          </p:cNvPr>
          <p:cNvSpPr/>
          <p:nvPr/>
        </p:nvSpPr>
        <p:spPr>
          <a:xfrm>
            <a:off x="1162975" y="6125592"/>
            <a:ext cx="10076155" cy="106532"/>
          </a:xfrm>
          <a:prstGeom prst="rect">
            <a:avLst/>
          </a:prstGeom>
          <a:solidFill>
            <a:srgbClr val="101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BA2D3BA-BC4B-4BA8-BF14-2914C0D93DC6}"/>
              </a:ext>
            </a:extLst>
          </p:cNvPr>
          <p:cNvSpPr/>
          <p:nvPr/>
        </p:nvSpPr>
        <p:spPr>
          <a:xfrm>
            <a:off x="11029025" y="1873188"/>
            <a:ext cx="210105" cy="4252404"/>
          </a:xfrm>
          <a:prstGeom prst="rect">
            <a:avLst/>
          </a:prstGeom>
          <a:solidFill>
            <a:srgbClr val="101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15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>
            <a:extLst>
              <a:ext uri="{FF2B5EF4-FFF2-40B4-BE49-F238E27FC236}">
                <a16:creationId xmlns:a16="http://schemas.microsoft.com/office/drawing/2014/main" id="{89BE43B3-A607-4E8D-8580-481575D39B26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9FA76FF3-8C0F-4C7C-AD3F-C503D9D9EC1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9" name="Заголовок 1">
            <a:extLst>
              <a:ext uri="{FF2B5EF4-FFF2-40B4-BE49-F238E27FC236}">
                <a16:creationId xmlns:a16="http://schemas.microsoft.com/office/drawing/2014/main" id="{558B5D14-9C6B-4F55-9A26-859ACADC25BC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9.5 </a:t>
            </a:r>
            <a:r>
              <a:rPr lang="en-US" b="1" noProof="1">
                <a:solidFill>
                  <a:srgbClr val="0070C0"/>
                </a:solidFill>
              </a:rPr>
              <a:t>For loop string uchun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61348B9-C75B-4FF5-9FB7-5F4F7AE2B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" y="857250"/>
            <a:ext cx="11430000" cy="600075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036798C-53BF-42FA-BB74-767860E30521}"/>
              </a:ext>
            </a:extLst>
          </p:cNvPr>
          <p:cNvSpPr/>
          <p:nvPr/>
        </p:nvSpPr>
        <p:spPr>
          <a:xfrm>
            <a:off x="905522" y="5663953"/>
            <a:ext cx="10377996" cy="177554"/>
          </a:xfrm>
          <a:prstGeom prst="rect">
            <a:avLst/>
          </a:prstGeom>
          <a:solidFill>
            <a:srgbClr val="101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3439CA9-0719-4BA1-93A7-396CB932545D}"/>
              </a:ext>
            </a:extLst>
          </p:cNvPr>
          <p:cNvSpPr/>
          <p:nvPr/>
        </p:nvSpPr>
        <p:spPr>
          <a:xfrm>
            <a:off x="11088210" y="1784412"/>
            <a:ext cx="195308" cy="3879541"/>
          </a:xfrm>
          <a:prstGeom prst="rect">
            <a:avLst/>
          </a:prstGeom>
          <a:solidFill>
            <a:srgbClr val="101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18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4548CA7-F646-4CD3-92F0-0E71C7EEF7B4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9.6 </a:t>
            </a:r>
            <a:r>
              <a:rPr lang="en-US" b="1" noProof="1">
                <a:solidFill>
                  <a:srgbClr val="0070C0"/>
                </a:solidFill>
              </a:rPr>
              <a:t>range generatori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63512B6-1F4E-4B36-9B0E-53FD3908E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" y="857250"/>
            <a:ext cx="11430000" cy="600075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80420B2-4407-4060-8ADA-EC3DDE70E2E7}"/>
              </a:ext>
            </a:extLst>
          </p:cNvPr>
          <p:cNvSpPr/>
          <p:nvPr/>
        </p:nvSpPr>
        <p:spPr>
          <a:xfrm>
            <a:off x="941033" y="4829452"/>
            <a:ext cx="10324730" cy="106532"/>
          </a:xfrm>
          <a:prstGeom prst="rect">
            <a:avLst/>
          </a:prstGeom>
          <a:solidFill>
            <a:srgbClr val="101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E34E66D-2EBD-4582-B4CC-A42828C7AE82}"/>
              </a:ext>
            </a:extLst>
          </p:cNvPr>
          <p:cNvSpPr/>
          <p:nvPr/>
        </p:nvSpPr>
        <p:spPr>
          <a:xfrm>
            <a:off x="11123720" y="1740023"/>
            <a:ext cx="127247" cy="3195961"/>
          </a:xfrm>
          <a:prstGeom prst="rect">
            <a:avLst/>
          </a:prstGeom>
          <a:solidFill>
            <a:srgbClr val="101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78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68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9.7 </a:t>
            </a:r>
            <a:r>
              <a:rPr lang="en-US" b="1" noProof="1">
                <a:solidFill>
                  <a:srgbClr val="0070C0"/>
                </a:solidFill>
              </a:rPr>
              <a:t>Nested looplar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7382150-B664-4C7C-AB6C-6A484AB43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42" y="1056425"/>
            <a:ext cx="11022115" cy="578661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309E66C-A5E9-417E-8D9F-908299C86B18}"/>
              </a:ext>
            </a:extLst>
          </p:cNvPr>
          <p:cNvSpPr/>
          <p:nvPr/>
        </p:nvSpPr>
        <p:spPr>
          <a:xfrm>
            <a:off x="1145219" y="5708342"/>
            <a:ext cx="9934113" cy="932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6B723B7-718A-4B78-9D13-203EDCE8402F}"/>
              </a:ext>
            </a:extLst>
          </p:cNvPr>
          <p:cNvSpPr/>
          <p:nvPr/>
        </p:nvSpPr>
        <p:spPr>
          <a:xfrm>
            <a:off x="10928412" y="1899821"/>
            <a:ext cx="150920" cy="390175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30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4548CA7-F646-4CD3-92F0-0E71C7EEF7B4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9.8 </a:t>
            </a:r>
            <a:r>
              <a:rPr lang="en-US" b="1" noProof="1">
                <a:solidFill>
                  <a:srgbClr val="0070C0"/>
                </a:solidFill>
              </a:rPr>
              <a:t>break, continue</a:t>
            </a:r>
          </a:p>
        </p:txBody>
      </p:sp>
      <p:pic>
        <p:nvPicPr>
          <p:cNvPr id="1026" name="Picture 2" descr="Python &quot;while&quot; Loops (Indefinite Iteration) – Real Python">
            <a:extLst>
              <a:ext uri="{FF2B5EF4-FFF2-40B4-BE49-F238E27FC236}">
                <a16:creationId xmlns:a16="http://schemas.microsoft.com/office/drawing/2014/main" id="{477AEB31-8184-4BE0-AD4C-35AC3EEC8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063" y="1012054"/>
            <a:ext cx="5186923" cy="5845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51B51EE-DAA9-4AF3-BF4C-3E9D3D6EEB9B}"/>
              </a:ext>
            </a:extLst>
          </p:cNvPr>
          <p:cNvSpPr/>
          <p:nvPr/>
        </p:nvSpPr>
        <p:spPr>
          <a:xfrm>
            <a:off x="5504155" y="1127464"/>
            <a:ext cx="2707690" cy="3817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&lt;</a:t>
            </a:r>
            <a:r>
              <a:rPr lang="en-US" sz="2800" noProof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sharti</a:t>
            </a:r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4748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4548CA7-F646-4CD3-92F0-0E71C7EEF7B4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9.8 </a:t>
            </a:r>
            <a:r>
              <a:rPr lang="en-US" b="1" noProof="1">
                <a:solidFill>
                  <a:srgbClr val="0070C0"/>
                </a:solidFill>
              </a:rPr>
              <a:t>break, continue</a:t>
            </a:r>
          </a:p>
          <a:p>
            <a:endParaRPr lang="en-US" b="1" noProof="1">
              <a:solidFill>
                <a:srgbClr val="0070C0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75E80E3-BC61-405D-B374-B7E6EF074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947" y="807491"/>
            <a:ext cx="10202852" cy="606219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1E33834-F98E-4ACB-B0CC-F359823BEB11}"/>
              </a:ext>
            </a:extLst>
          </p:cNvPr>
          <p:cNvSpPr/>
          <p:nvPr/>
        </p:nvSpPr>
        <p:spPr>
          <a:xfrm>
            <a:off x="1624614" y="6241002"/>
            <a:ext cx="9215021" cy="150920"/>
          </a:xfrm>
          <a:prstGeom prst="rect">
            <a:avLst/>
          </a:prstGeom>
          <a:solidFill>
            <a:srgbClr val="101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33660A2-D17A-43CF-82CC-C3DFB3753FD6}"/>
              </a:ext>
            </a:extLst>
          </p:cNvPr>
          <p:cNvSpPr/>
          <p:nvPr/>
        </p:nvSpPr>
        <p:spPr>
          <a:xfrm>
            <a:off x="10724225" y="1606858"/>
            <a:ext cx="115410" cy="4634144"/>
          </a:xfrm>
          <a:prstGeom prst="rect">
            <a:avLst/>
          </a:prstGeom>
          <a:solidFill>
            <a:srgbClr val="101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44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C3C8E5B-E7A1-49EA-BB57-09F706D80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301" y="-3699"/>
            <a:ext cx="6861699" cy="6861699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2AC1609-0B66-4257-B65F-2BC9F8AE462E}"/>
              </a:ext>
            </a:extLst>
          </p:cNvPr>
          <p:cNvSpPr/>
          <p:nvPr/>
        </p:nvSpPr>
        <p:spPr>
          <a:xfrm>
            <a:off x="6096000" y="62144"/>
            <a:ext cx="3429740" cy="33024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fruits = (‘apple’, ‘kiwi’, ‘orange’, ‘banana’)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print(fruits[0])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print(fruits[1])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print(fruits[2])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print(fruits[3])</a:t>
            </a:r>
          </a:p>
          <a:p>
            <a:pPr algn="ctr"/>
            <a:endParaRPr lang="en-US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137F499-006F-430A-9B11-E41CA5330884}"/>
              </a:ext>
            </a:extLst>
          </p:cNvPr>
          <p:cNvSpPr/>
          <p:nvPr/>
        </p:nvSpPr>
        <p:spPr>
          <a:xfrm>
            <a:off x="6248400" y="3555507"/>
            <a:ext cx="3429740" cy="33024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fruits = (‘apple’, ‘kiwi’, ‘orange’, ‘banana’)</a:t>
            </a:r>
          </a:p>
          <a:p>
            <a:pPr algn="ctr"/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 in fruits: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print(a) 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46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87BF2-1293-45D7-BC82-AF9DF0B1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966"/>
            <a:ext cx="10515600" cy="1325563"/>
          </a:xfrm>
        </p:spPr>
        <p:txBody>
          <a:bodyPr/>
          <a:lstStyle/>
          <a:p>
            <a:r>
              <a:rPr lang="en-US" b="1" noProof="1">
                <a:solidFill>
                  <a:schemeClr val="accent1"/>
                </a:solidFill>
              </a:rPr>
              <a:t>Mashqlar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253F08A-D583-4186-8313-4280F98F545B}"/>
              </a:ext>
            </a:extLst>
          </p:cNvPr>
          <p:cNvSpPr/>
          <p:nvPr/>
        </p:nvSpPr>
        <p:spPr>
          <a:xfrm>
            <a:off x="293512" y="1899822"/>
            <a:ext cx="3363539" cy="2592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Men: Mashq qilamizmi?</a:t>
            </a:r>
          </a:p>
          <a:p>
            <a:pPr algn="ctr"/>
            <a:endParaRPr lang="en-US" sz="2400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O’quvchilar:</a:t>
            </a:r>
          </a:p>
        </p:txBody>
      </p:sp>
      <p:pic>
        <p:nvPicPr>
          <p:cNvPr id="5" name="giphy">
            <a:hlinkClick r:id="" action="ppaction://media"/>
            <a:extLst>
              <a:ext uri="{FF2B5EF4-FFF2-40B4-BE49-F238E27FC236}">
                <a16:creationId xmlns:a16="http://schemas.microsoft.com/office/drawing/2014/main" id="{B3B9398E-619C-467D-9D94-A716F70274F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657051" y="1704513"/>
            <a:ext cx="7870651" cy="439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95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B45B2DFE-97E0-4E54-B7E6-318C0CE860A4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3C1C198B-9B8D-4D39-ABF5-AA364449A575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2" name="giphy34">
            <a:hlinkClick r:id="" action="ppaction://media"/>
            <a:extLst>
              <a:ext uri="{FF2B5EF4-FFF2-40B4-BE49-F238E27FC236}">
                <a16:creationId xmlns:a16="http://schemas.microsoft.com/office/drawing/2014/main" id="{790FEFAD-452F-4057-9AC8-3B3CC6DF40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47867" y="1151925"/>
            <a:ext cx="8096266" cy="455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1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0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2965</TotalTime>
  <Words>186</Words>
  <Application>Microsoft Office PowerPoint</Application>
  <PresentationFormat>Широкоэкранный</PresentationFormat>
  <Paragraphs>51</Paragraphs>
  <Slides>15</Slides>
  <Notes>6</Notes>
  <HiddenSlides>0</HiddenSlides>
  <MMClips>2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Тема Office</vt:lpstr>
      <vt:lpstr>Презентация PowerPoint</vt:lpstr>
      <vt:lpstr>Dars rejasi:</vt:lpstr>
      <vt:lpstr>9.1 Takrorlash operatorlari</vt:lpstr>
      <vt:lpstr>9.2 O’zgaruvchini takror ekranga chiqarish</vt:lpstr>
      <vt:lpstr>9.3 For loop list, tuple, set uchun</vt:lpstr>
      <vt:lpstr>9.3 For loop list, tuple, set uchun</vt:lpstr>
      <vt:lpstr>Презентация PowerPoint</vt:lpstr>
      <vt:lpstr>Презентация PowerPoint</vt:lpstr>
      <vt:lpstr>Презентация PowerPoint</vt:lpstr>
      <vt:lpstr>9.7 Nested looplar</vt:lpstr>
      <vt:lpstr>Презентация PowerPoint</vt:lpstr>
      <vt:lpstr>Презентация PowerPoint</vt:lpstr>
      <vt:lpstr>Презентация PowerPoint</vt:lpstr>
      <vt:lpstr>Mashqlar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174</cp:revision>
  <dcterms:created xsi:type="dcterms:W3CDTF">2021-01-26T11:27:43Z</dcterms:created>
  <dcterms:modified xsi:type="dcterms:W3CDTF">2021-05-11T06:43:59Z</dcterms:modified>
</cp:coreProperties>
</file>